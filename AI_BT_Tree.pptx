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8F6DC1-722E-388D-A025-9348CE146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336973-61E6-6A29-37FF-B2716B8806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D7DCD8-CDCD-6C72-D56F-73C8F2809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71D16F-4EFA-C94E-6FC7-3C29B53FC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071A85-BCF9-7387-0600-8A53AE465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952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8D4BD-F30E-B48D-5214-2187EB8CF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F8C5B1-4993-6077-E082-94C4D047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8B777A-2ED1-8329-C9B4-E20F960AE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590F4A-44E3-A863-CCC5-62A433EB7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7215AA-8C8F-1C61-901A-123EC5B6D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348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F73A2-AA28-3778-F5C1-7690BD1AB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D043E7-25A0-266E-ADD5-1E6BC366B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0D3591-5CDE-C15B-EECA-B2E98E6C7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A59294-7539-0BDC-8D61-7D3EC1F39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BD54F2-B78F-708C-ADFA-1259B0FF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643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08947-C407-EE5E-CD01-41D2A414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80D552-D9C3-AE43-A516-1B43DB8A98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12E0-66F3-3BF0-2666-03F3CCE19B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C92122-9A6C-94F0-36FF-F05E3FF49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9D7323-58C4-F868-DC4C-1132E9478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95D78A-2855-9DFC-1920-F346CF9D8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145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6ABBC5-F080-FE8C-AADF-21A0F5FD3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BD93B3-0077-2C20-3753-F72CA1E8D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56AC090-4C39-530A-E16E-18D0DE17B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70C903-5A7E-EE63-3B94-80874CB67A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CBC5EC5-5FEC-5135-CC40-CAF1128451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C4F75B0-218E-5474-B2D2-F4228B799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6DBF269-62BE-6546-6D42-7436B7290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98755EF-C7FA-7EE9-86C5-37DA85E5C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393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C8BBC-1B56-B30C-ACE6-952D86973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B812AE-6B7B-C62C-311B-1D195CE20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1D0CBB-8218-D5BF-7141-5431B5C53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3CF8FD-597B-0356-AC5E-0F0E44336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744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FE4152-A8E7-DBA6-B3D1-48FDB7D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32F35D-84D5-D5CC-ADA5-AF6D6A22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3FA5B9-7857-F496-10F0-FE009E6F4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5479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6AB68E-CD4D-D9B8-4B30-AC5D9EFF1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2D02C8-D94D-CBA4-877B-EA9E31AAC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507A19-BE61-BA68-2DE7-AEC3ADEB1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8A694AA-1E51-1174-0A89-2DBE7734F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1CE61F-8A5D-6781-EA1B-8E21D6AD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5110D2-123F-C585-77EF-57820DED1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730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B4EFB-739A-BBA6-C808-EB2E2894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D1327A-454C-786B-9AD2-71835087DC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6BBDBEF-686B-7D4D-6CCB-0FFACA3EE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29669F-F587-3C5A-8484-F3E3109DD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403E4F-A6BE-0462-6830-F9F83F7AA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DE2166-D430-DD3E-C414-D0CA77DA4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1331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7A2B95-ED11-0B96-6A08-D843A9F91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2779A7-8B20-D33E-2698-2F5AE70ADA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1208CE-8B0A-203F-0C22-A7522944E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AC8848-8CDA-69BC-272F-020EA93B1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416A2E-ACB0-64F0-82D3-D06219D65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11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389AA9-CBCE-3AC2-AD91-D060F76FC4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B12DD8-9E30-F145-3EC6-FB75B6BC51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B3844B-CE93-091B-B754-F93965A9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2C7707-3912-1174-4A71-E94843DC4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506B06-7DE1-6F16-4237-2317430C8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797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C36066F-F6D7-A01F-91D6-BC6DC4CD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0472B14-580C-E497-7CE0-4139F9DC8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738965-BD5E-C246-10EB-7A311DFFDE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6FA92-B52B-49F7-A35F-4A6BF1A1C03E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F034DC-C72A-57FA-47B6-B31320BC89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1D4B3A-5BB7-90AB-6DB2-3B341C4E95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5759DC-02A4-4F2F-9E97-9D946B3DF6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737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CA895E6-12A6-28ED-130F-C74953F5D318}"/>
              </a:ext>
            </a:extLst>
          </p:cNvPr>
          <p:cNvSpPr/>
          <p:nvPr/>
        </p:nvSpPr>
        <p:spPr>
          <a:xfrm>
            <a:off x="5022228" y="1504950"/>
            <a:ext cx="1073772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/>
              <a:t>이동 </a:t>
            </a:r>
            <a:r>
              <a:rPr lang="en-US" altLang="ko-KR" sz="1200" dirty="0"/>
              <a:t>or </a:t>
            </a:r>
            <a:r>
              <a:rPr lang="ko-KR" altLang="en-US" sz="1200" dirty="0"/>
              <a:t>공방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29A319-B25B-F6CA-5107-37459AD50F4F}"/>
              </a:ext>
            </a:extLst>
          </p:cNvPr>
          <p:cNvSpPr/>
          <p:nvPr/>
        </p:nvSpPr>
        <p:spPr>
          <a:xfrm>
            <a:off x="3035496" y="3002640"/>
            <a:ext cx="1246433" cy="5798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/>
              <a:t>왼쪽 </a:t>
            </a:r>
            <a:r>
              <a:rPr lang="en-US" altLang="ko-KR" sz="1200" dirty="0"/>
              <a:t>or </a:t>
            </a:r>
            <a:r>
              <a:rPr lang="ko-KR" altLang="en-US" sz="1200" dirty="0"/>
              <a:t>오른쪽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7723291-73B5-2E79-AC83-50CA1A4A63D8}"/>
              </a:ext>
            </a:extLst>
          </p:cNvPr>
          <p:cNvSpPr/>
          <p:nvPr/>
        </p:nvSpPr>
        <p:spPr>
          <a:xfrm>
            <a:off x="2105254" y="4045369"/>
            <a:ext cx="930242" cy="3718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/>
              <a:t>왼쪽 이동</a:t>
            </a:r>
            <a:endParaRPr lang="en-US" altLang="ko-KR" sz="12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D3BF010-AF07-4665-EFF8-3A702E022119}"/>
              </a:ext>
            </a:extLst>
          </p:cNvPr>
          <p:cNvSpPr/>
          <p:nvPr/>
        </p:nvSpPr>
        <p:spPr>
          <a:xfrm>
            <a:off x="2146496" y="2306464"/>
            <a:ext cx="889000" cy="539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/>
              <a:t>이동</a:t>
            </a:r>
            <a:endParaRPr lang="en-US" altLang="ko-KR" sz="1200" dirty="0"/>
          </a:p>
        </p:txBody>
      </p:sp>
      <p:sp>
        <p:nvSpPr>
          <p:cNvPr id="9" name="순서도: 판단 8">
            <a:extLst>
              <a:ext uri="{FF2B5EF4-FFF2-40B4-BE49-F238E27FC236}">
                <a16:creationId xmlns:a16="http://schemas.microsoft.com/office/drawing/2014/main" id="{17A2DC1A-2456-9126-E024-454487537BCA}"/>
              </a:ext>
            </a:extLst>
          </p:cNvPr>
          <p:cNvSpPr/>
          <p:nvPr/>
        </p:nvSpPr>
        <p:spPr>
          <a:xfrm>
            <a:off x="810967" y="3002640"/>
            <a:ext cx="1382336" cy="57981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사정거리 밖에 있는가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10" name="순서도: 판단 9">
            <a:extLst>
              <a:ext uri="{FF2B5EF4-FFF2-40B4-BE49-F238E27FC236}">
                <a16:creationId xmlns:a16="http://schemas.microsoft.com/office/drawing/2014/main" id="{2553AD9E-8FEC-3DB8-2EAC-684B24274B2E}"/>
              </a:ext>
            </a:extLst>
          </p:cNvPr>
          <p:cNvSpPr/>
          <p:nvPr/>
        </p:nvSpPr>
        <p:spPr>
          <a:xfrm>
            <a:off x="692346" y="4880092"/>
            <a:ext cx="1739900" cy="65995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내가 왼쪽을 보고 있는가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BA5EA4-4C3B-8BB4-9ABB-2D0063893272}"/>
              </a:ext>
            </a:extLst>
          </p:cNvPr>
          <p:cNvSpPr/>
          <p:nvPr/>
        </p:nvSpPr>
        <p:spPr>
          <a:xfrm>
            <a:off x="2760547" y="5024163"/>
            <a:ext cx="898165" cy="3718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왼쪽 입력</a:t>
            </a:r>
            <a:endParaRPr lang="en-US" altLang="ko-KR" sz="12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C970E9-A9C2-E3C6-13EA-F2B65EBF66D4}"/>
              </a:ext>
            </a:extLst>
          </p:cNvPr>
          <p:cNvSpPr/>
          <p:nvPr/>
        </p:nvSpPr>
        <p:spPr>
          <a:xfrm>
            <a:off x="3991171" y="3989047"/>
            <a:ext cx="1031057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오른쪽 입력</a:t>
            </a:r>
            <a:endParaRPr lang="en-US" altLang="ko-KR" sz="12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3EE6AD-C7B8-E634-CDE2-279DD66C4F45}"/>
              </a:ext>
            </a:extLst>
          </p:cNvPr>
          <p:cNvSpPr/>
          <p:nvPr/>
        </p:nvSpPr>
        <p:spPr>
          <a:xfrm>
            <a:off x="8542712" y="2292352"/>
            <a:ext cx="916495" cy="487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/>
              <a:t>공방</a:t>
            </a:r>
            <a:endParaRPr lang="en-US" altLang="ko-KR" sz="12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9E1FC1-4055-D04A-D402-C7921C10E175}"/>
              </a:ext>
            </a:extLst>
          </p:cNvPr>
          <p:cNvSpPr/>
          <p:nvPr/>
        </p:nvSpPr>
        <p:spPr>
          <a:xfrm>
            <a:off x="10012394" y="3106524"/>
            <a:ext cx="1246433" cy="487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 err="1"/>
              <a:t>필살기</a:t>
            </a:r>
            <a:r>
              <a:rPr lang="ko-KR" altLang="en-US" sz="1200" dirty="0"/>
              <a:t> </a:t>
            </a:r>
            <a:r>
              <a:rPr lang="en-US" altLang="ko-KR" sz="1200" dirty="0"/>
              <a:t>or </a:t>
            </a:r>
            <a:r>
              <a:rPr lang="ko-KR" altLang="en-US" sz="1200" dirty="0"/>
              <a:t>공격</a:t>
            </a:r>
            <a:endParaRPr lang="en-US" altLang="ko-KR" sz="12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AC3997B-9663-C8CA-5AE1-6C84424338C3}"/>
              </a:ext>
            </a:extLst>
          </p:cNvPr>
          <p:cNvSpPr/>
          <p:nvPr/>
        </p:nvSpPr>
        <p:spPr>
          <a:xfrm>
            <a:off x="6560012" y="3048601"/>
            <a:ext cx="916495" cy="487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/>
              <a:t>방어</a:t>
            </a:r>
            <a:endParaRPr lang="en-US" altLang="ko-KR" sz="1200" dirty="0"/>
          </a:p>
        </p:txBody>
      </p:sp>
      <p:sp>
        <p:nvSpPr>
          <p:cNvPr id="17" name="순서도: 판단 16">
            <a:extLst>
              <a:ext uri="{FF2B5EF4-FFF2-40B4-BE49-F238E27FC236}">
                <a16:creationId xmlns:a16="http://schemas.microsoft.com/office/drawing/2014/main" id="{CE491FED-D7C5-72AD-24D8-C8B27E4F6B99}"/>
              </a:ext>
            </a:extLst>
          </p:cNvPr>
          <p:cNvSpPr/>
          <p:nvPr/>
        </p:nvSpPr>
        <p:spPr>
          <a:xfrm>
            <a:off x="5358221" y="3941366"/>
            <a:ext cx="1475557" cy="57981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상대방이 공격키를 눌렀는가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2E90774-D432-55EE-333F-91A92461A032}"/>
              </a:ext>
            </a:extLst>
          </p:cNvPr>
          <p:cNvSpPr/>
          <p:nvPr/>
        </p:nvSpPr>
        <p:spPr>
          <a:xfrm>
            <a:off x="7238999" y="3948536"/>
            <a:ext cx="1246433" cy="6269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/>
              <a:t>왼쪽 </a:t>
            </a:r>
            <a:r>
              <a:rPr lang="en-US" altLang="ko-KR" sz="1200" dirty="0"/>
              <a:t>or </a:t>
            </a:r>
            <a:r>
              <a:rPr lang="ko-KR" altLang="en-US" sz="1200" dirty="0"/>
              <a:t>오른쪽</a:t>
            </a:r>
            <a:endParaRPr lang="en-US" altLang="ko-KR" sz="1200" dirty="0"/>
          </a:p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19" name="순서도: 판단 18">
            <a:extLst>
              <a:ext uri="{FF2B5EF4-FFF2-40B4-BE49-F238E27FC236}">
                <a16:creationId xmlns:a16="http://schemas.microsoft.com/office/drawing/2014/main" id="{6D7E151F-0589-A208-B86E-3D34DEBFBB61}"/>
              </a:ext>
            </a:extLst>
          </p:cNvPr>
          <p:cNvSpPr/>
          <p:nvPr/>
        </p:nvSpPr>
        <p:spPr>
          <a:xfrm>
            <a:off x="5358221" y="5878101"/>
            <a:ext cx="1735096" cy="65995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내가 왼쪽을 보고 있는가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B16BB77-0E8E-97A2-CDDF-051417BF7198}"/>
              </a:ext>
            </a:extLst>
          </p:cNvPr>
          <p:cNvSpPr/>
          <p:nvPr/>
        </p:nvSpPr>
        <p:spPr>
          <a:xfrm>
            <a:off x="7093317" y="6066837"/>
            <a:ext cx="1033348" cy="3718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오른쪽 입력</a:t>
            </a:r>
            <a:endParaRPr lang="en-US" altLang="ko-KR" sz="12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18E7AD1-F32E-6E88-7BE8-D677DE04BA66}"/>
              </a:ext>
            </a:extLst>
          </p:cNvPr>
          <p:cNvSpPr/>
          <p:nvPr/>
        </p:nvSpPr>
        <p:spPr>
          <a:xfrm>
            <a:off x="6556023" y="5111394"/>
            <a:ext cx="1074589" cy="3718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/>
              <a:t>오른쪽 이동</a:t>
            </a:r>
            <a:endParaRPr lang="en-US" altLang="ko-KR" sz="12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E352A65-266D-47A0-78AA-94946C614179}"/>
              </a:ext>
            </a:extLst>
          </p:cNvPr>
          <p:cNvSpPr/>
          <p:nvPr/>
        </p:nvSpPr>
        <p:spPr>
          <a:xfrm>
            <a:off x="7969902" y="5120504"/>
            <a:ext cx="1031057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왼쪽 입력</a:t>
            </a:r>
            <a:endParaRPr lang="en-US" altLang="ko-KR" sz="12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153CCDD-9ED5-FED0-8BBE-BB702FD7EBCE}"/>
              </a:ext>
            </a:extLst>
          </p:cNvPr>
          <p:cNvSpPr/>
          <p:nvPr/>
        </p:nvSpPr>
        <p:spPr>
          <a:xfrm>
            <a:off x="9357185" y="3920695"/>
            <a:ext cx="916495" cy="487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 err="1"/>
              <a:t>필살기</a:t>
            </a:r>
            <a:endParaRPr lang="en-US" altLang="ko-KR" sz="1200" dirty="0"/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94C08917-B3B7-F886-7BF2-CEB82C6A496E}"/>
              </a:ext>
            </a:extLst>
          </p:cNvPr>
          <p:cNvSpPr/>
          <p:nvPr/>
        </p:nvSpPr>
        <p:spPr>
          <a:xfrm>
            <a:off x="8487656" y="4524492"/>
            <a:ext cx="1417426" cy="65995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/>
              <a:t>필살기</a:t>
            </a:r>
            <a:r>
              <a:rPr lang="ko-KR" altLang="en-US" sz="1000" dirty="0"/>
              <a:t> 게이지가 다 찼나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1D3A7AC-714B-6432-81CE-ADF6C5D8159F}"/>
              </a:ext>
            </a:extLst>
          </p:cNvPr>
          <p:cNvSpPr/>
          <p:nvPr/>
        </p:nvSpPr>
        <p:spPr>
          <a:xfrm>
            <a:off x="10012394" y="4644698"/>
            <a:ext cx="1031057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 err="1"/>
              <a:t>필살기</a:t>
            </a:r>
            <a:r>
              <a:rPr lang="ko-KR" altLang="en-US" sz="1200" dirty="0"/>
              <a:t> 입력</a:t>
            </a:r>
            <a:endParaRPr lang="en-US" altLang="ko-KR" sz="12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13D111-1CBD-7489-EB44-63968C9245AC}"/>
              </a:ext>
            </a:extLst>
          </p:cNvPr>
          <p:cNvSpPr/>
          <p:nvPr/>
        </p:nvSpPr>
        <p:spPr>
          <a:xfrm>
            <a:off x="10976989" y="3954871"/>
            <a:ext cx="1031057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공격 입력</a:t>
            </a:r>
            <a:endParaRPr lang="en-US" altLang="ko-KR" sz="12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E91EAB4-5095-EDE2-C4FE-D2511D14B4F5}"/>
              </a:ext>
            </a:extLst>
          </p:cNvPr>
          <p:cNvSpPr/>
          <p:nvPr/>
        </p:nvSpPr>
        <p:spPr>
          <a:xfrm>
            <a:off x="5022227" y="197176"/>
            <a:ext cx="1073772" cy="4195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Selector</a:t>
            </a:r>
          </a:p>
          <a:p>
            <a:pPr algn="ctr"/>
            <a:r>
              <a:rPr lang="ko-KR" altLang="en-US" sz="1200" dirty="0"/>
              <a:t>키</a:t>
            </a:r>
            <a:r>
              <a:rPr lang="en-US" altLang="ko-KR" sz="1200" dirty="0"/>
              <a:t>Up, Down</a:t>
            </a:r>
          </a:p>
        </p:txBody>
      </p:sp>
      <p:sp>
        <p:nvSpPr>
          <p:cNvPr id="28" name="순서도: 판단 27">
            <a:extLst>
              <a:ext uri="{FF2B5EF4-FFF2-40B4-BE49-F238E27FC236}">
                <a16:creationId xmlns:a16="http://schemas.microsoft.com/office/drawing/2014/main" id="{3EF506A1-99B0-61F0-D0A5-232CEC590A79}"/>
              </a:ext>
            </a:extLst>
          </p:cNvPr>
          <p:cNvSpPr/>
          <p:nvPr/>
        </p:nvSpPr>
        <p:spPr>
          <a:xfrm>
            <a:off x="281953" y="1548581"/>
            <a:ext cx="1220182" cy="57981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이동중인가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C2D7F51-45CF-1A03-93F6-FC6D80BC80CF}"/>
              </a:ext>
            </a:extLst>
          </p:cNvPr>
          <p:cNvSpPr/>
          <p:nvPr/>
        </p:nvSpPr>
        <p:spPr>
          <a:xfrm>
            <a:off x="1987746" y="714413"/>
            <a:ext cx="889000" cy="539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Sequence</a:t>
            </a:r>
          </a:p>
          <a:p>
            <a:pPr algn="ctr"/>
            <a:r>
              <a:rPr lang="ko-KR" altLang="en-US" sz="1200" dirty="0"/>
              <a:t>키 </a:t>
            </a:r>
            <a:r>
              <a:rPr lang="en-US" altLang="ko-KR" sz="1200" dirty="0"/>
              <a:t>Up</a:t>
            </a:r>
          </a:p>
        </p:txBody>
      </p:sp>
      <p:sp>
        <p:nvSpPr>
          <p:cNvPr id="30" name="순서도: 판단 29">
            <a:extLst>
              <a:ext uri="{FF2B5EF4-FFF2-40B4-BE49-F238E27FC236}">
                <a16:creationId xmlns:a16="http://schemas.microsoft.com/office/drawing/2014/main" id="{A0D15883-8B7D-2090-C3EA-22A9ECB6A9CC}"/>
              </a:ext>
            </a:extLst>
          </p:cNvPr>
          <p:cNvSpPr/>
          <p:nvPr/>
        </p:nvSpPr>
        <p:spPr>
          <a:xfrm>
            <a:off x="1653160" y="1548582"/>
            <a:ext cx="1382336" cy="579819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사정거리 밖에 있는가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7DE6DD9-D6E8-F746-107B-80BDC22E1DE4}"/>
              </a:ext>
            </a:extLst>
          </p:cNvPr>
          <p:cNvSpPr/>
          <p:nvPr/>
        </p:nvSpPr>
        <p:spPr>
          <a:xfrm>
            <a:off x="3214212" y="1504950"/>
            <a:ext cx="889000" cy="539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Action</a:t>
            </a:r>
          </a:p>
          <a:p>
            <a:pPr algn="ctr"/>
            <a:r>
              <a:rPr lang="ko-KR" altLang="en-US" sz="1200" dirty="0"/>
              <a:t>입력해제</a:t>
            </a:r>
            <a:endParaRPr lang="en-US" altLang="ko-KR" sz="1200" dirty="0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C2921003-1467-388C-8AAD-F943C97F429A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 flipH="1">
            <a:off x="2432246" y="616720"/>
            <a:ext cx="3126867" cy="97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0DE3FE1B-EE5E-679B-C785-97E83A51984A}"/>
              </a:ext>
            </a:extLst>
          </p:cNvPr>
          <p:cNvCxnSpPr>
            <a:cxnSpLocks/>
            <a:stCxn id="28" idx="0"/>
            <a:endCxn id="29" idx="2"/>
          </p:cNvCxnSpPr>
          <p:nvPr/>
        </p:nvCxnSpPr>
        <p:spPr>
          <a:xfrm flipV="1">
            <a:off x="892044" y="1254163"/>
            <a:ext cx="1540202" cy="2944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21B82E47-F146-BCC1-EA48-0D00FD0D049F}"/>
              </a:ext>
            </a:extLst>
          </p:cNvPr>
          <p:cNvCxnSpPr>
            <a:cxnSpLocks/>
            <a:stCxn id="30" idx="0"/>
            <a:endCxn id="29" idx="2"/>
          </p:cNvCxnSpPr>
          <p:nvPr/>
        </p:nvCxnSpPr>
        <p:spPr>
          <a:xfrm flipV="1">
            <a:off x="2344328" y="1254163"/>
            <a:ext cx="87918" cy="2944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C63FAA53-E43E-3CBB-4529-7CD8DF597D8A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2432246" y="1254163"/>
            <a:ext cx="1226466" cy="250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BFD44BB8-9F1B-54A5-7736-C498A0B11CE8}"/>
              </a:ext>
            </a:extLst>
          </p:cNvPr>
          <p:cNvCxnSpPr>
            <a:cxnSpLocks/>
            <a:stCxn id="4" idx="0"/>
            <a:endCxn id="27" idx="2"/>
          </p:cNvCxnSpPr>
          <p:nvPr/>
        </p:nvCxnSpPr>
        <p:spPr>
          <a:xfrm flipH="1" flipV="1">
            <a:off x="5559113" y="616720"/>
            <a:ext cx="1" cy="8882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50A386A8-FC42-24D8-8103-5D119511E980}"/>
              </a:ext>
            </a:extLst>
          </p:cNvPr>
          <p:cNvCxnSpPr>
            <a:cxnSpLocks/>
            <a:stCxn id="7" idx="0"/>
            <a:endCxn id="4" idx="2"/>
          </p:cNvCxnSpPr>
          <p:nvPr/>
        </p:nvCxnSpPr>
        <p:spPr>
          <a:xfrm flipV="1">
            <a:off x="2590996" y="1924494"/>
            <a:ext cx="2968118" cy="3819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9ADCEEFA-0CB3-7677-15FA-A57A64DDADA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502135" y="2846214"/>
            <a:ext cx="1088861" cy="15642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1C8B9C5-CC00-BBAF-C218-E8C63C406516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H="1" flipV="1">
            <a:off x="2590996" y="2846214"/>
            <a:ext cx="1067717" cy="15642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8DF8940-D386-A5AE-0AB8-055768C90EB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2570375" y="3582460"/>
            <a:ext cx="1088338" cy="4629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2F04F27-05F3-D1C0-FDEE-F75F266E6B44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3658713" y="3582460"/>
            <a:ext cx="847987" cy="4065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AD5B6627-A5CF-45A7-DFBF-1F2303C6F375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flipH="1">
            <a:off x="1562296" y="4417183"/>
            <a:ext cx="1008079" cy="4629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2403AE1A-B6C0-35EB-3B8F-0EE4E0CC47BF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H="1" flipV="1">
            <a:off x="5559114" y="1924494"/>
            <a:ext cx="3441846" cy="3678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2FE55E5E-E038-ABD7-D0DE-730FAFA8F95A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flipH="1">
            <a:off x="7018260" y="2780248"/>
            <a:ext cx="1982700" cy="2683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B43D96F3-CC72-BCEF-1ADA-7EA4AC50F7D5}"/>
              </a:ext>
            </a:extLst>
          </p:cNvPr>
          <p:cNvCxnSpPr>
            <a:cxnSpLocks/>
            <a:stCxn id="14" idx="0"/>
            <a:endCxn id="13" idx="2"/>
          </p:cNvCxnSpPr>
          <p:nvPr/>
        </p:nvCxnSpPr>
        <p:spPr>
          <a:xfrm flipH="1" flipV="1">
            <a:off x="9000960" y="2780248"/>
            <a:ext cx="1634651" cy="326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01E315FD-BD66-88CB-D8EF-BB4F2D8FF904}"/>
              </a:ext>
            </a:extLst>
          </p:cNvPr>
          <p:cNvCxnSpPr>
            <a:cxnSpLocks/>
            <a:stCxn id="17" idx="0"/>
            <a:endCxn id="15" idx="2"/>
          </p:cNvCxnSpPr>
          <p:nvPr/>
        </p:nvCxnSpPr>
        <p:spPr>
          <a:xfrm flipV="1">
            <a:off x="6096000" y="3536497"/>
            <a:ext cx="922260" cy="4048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FD2FCF32-DB69-1433-7683-FC794504402F}"/>
              </a:ext>
            </a:extLst>
          </p:cNvPr>
          <p:cNvCxnSpPr>
            <a:cxnSpLocks/>
            <a:stCxn id="14" idx="2"/>
            <a:endCxn id="23" idx="0"/>
          </p:cNvCxnSpPr>
          <p:nvPr/>
        </p:nvCxnSpPr>
        <p:spPr>
          <a:xfrm flipH="1">
            <a:off x="9815433" y="3594420"/>
            <a:ext cx="820178" cy="326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6A3E12E0-5E74-7CE1-0F83-84ADD83A8D6C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H="1" flipV="1">
            <a:off x="7018260" y="3536497"/>
            <a:ext cx="843956" cy="4120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2255E611-3436-5633-D932-A0648D3A02FD}"/>
              </a:ext>
            </a:extLst>
          </p:cNvPr>
          <p:cNvCxnSpPr>
            <a:cxnSpLocks/>
            <a:stCxn id="26" idx="0"/>
            <a:endCxn id="14" idx="2"/>
          </p:cNvCxnSpPr>
          <p:nvPr/>
        </p:nvCxnSpPr>
        <p:spPr>
          <a:xfrm flipH="1" flipV="1">
            <a:off x="10635611" y="3594420"/>
            <a:ext cx="856907" cy="3604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70D327-9AD1-3415-D874-0086907C8DBB}"/>
              </a:ext>
            </a:extLst>
          </p:cNvPr>
          <p:cNvCxnSpPr>
            <a:cxnSpLocks/>
            <a:stCxn id="11" idx="0"/>
            <a:endCxn id="6" idx="2"/>
          </p:cNvCxnSpPr>
          <p:nvPr/>
        </p:nvCxnSpPr>
        <p:spPr>
          <a:xfrm flipH="1" flipV="1">
            <a:off x="2570375" y="4417183"/>
            <a:ext cx="639255" cy="606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89B5F832-1D8B-8C1F-9537-578DA0C9AE8E}"/>
              </a:ext>
            </a:extLst>
          </p:cNvPr>
          <p:cNvCxnSpPr>
            <a:cxnSpLocks/>
            <a:stCxn id="21" idx="0"/>
            <a:endCxn id="18" idx="2"/>
          </p:cNvCxnSpPr>
          <p:nvPr/>
        </p:nvCxnSpPr>
        <p:spPr>
          <a:xfrm flipV="1">
            <a:off x="7093318" y="4575495"/>
            <a:ext cx="768898" cy="5358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75FCD44D-3F9B-4284-0BB0-E64C95C178BA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H="1" flipV="1">
            <a:off x="7862216" y="4575495"/>
            <a:ext cx="623215" cy="5450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DFC51483-E8F2-5CE1-9207-44DAA99EDCC6}"/>
              </a:ext>
            </a:extLst>
          </p:cNvPr>
          <p:cNvCxnSpPr>
            <a:cxnSpLocks/>
            <a:stCxn id="24" idx="0"/>
            <a:endCxn id="23" idx="2"/>
          </p:cNvCxnSpPr>
          <p:nvPr/>
        </p:nvCxnSpPr>
        <p:spPr>
          <a:xfrm flipV="1">
            <a:off x="9196369" y="4408591"/>
            <a:ext cx="619064" cy="1159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53B79CD9-92BD-1407-2C57-CA1DCC25CDFA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9815433" y="4408591"/>
            <a:ext cx="712490" cy="2361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8E20C490-68EB-D250-970F-3CFEA7DEFA99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flipH="1">
            <a:off x="6225769" y="5483208"/>
            <a:ext cx="867549" cy="3948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707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와이드스크린</PresentationFormat>
  <Paragraphs>47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 P</dc:creator>
  <cp:lastModifiedBy>C P</cp:lastModifiedBy>
  <cp:revision>1</cp:revision>
  <dcterms:created xsi:type="dcterms:W3CDTF">2025-12-10T09:16:01Z</dcterms:created>
  <dcterms:modified xsi:type="dcterms:W3CDTF">2025-12-10T09:16:01Z</dcterms:modified>
</cp:coreProperties>
</file>