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62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8F6DC1-722E-388D-A025-9348CE146E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8336973-61E6-6A29-37FF-B2716B880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D7DCD8-CDCD-6C72-D56F-73C8F2809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71D16F-4EFA-C94E-6FC7-3C29B53FC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071A85-BCF9-7387-0600-8A53AE465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1952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E8D4BD-F30E-B48D-5214-2187EB8CF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F8C5B1-4993-6077-E082-94C4D04777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8B777A-2ED1-8329-C9B4-E20F960AE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590F4A-44E3-A863-CCC5-62A433EB7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E7215AA-8C8F-1C61-901A-123EC5B6D1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83489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3F73A2-AA28-3778-F5C1-7690BD1A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D043E7-25A0-266E-ADD5-1E6BC366B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0D3591-5CDE-C15B-EECA-B2E98E6C7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A59294-7539-0BDC-8D61-7D3EC1F39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1BD54F2-B78F-708C-ADFA-1259B0FFFA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64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308947-C407-EE5E-CD01-41D2A4144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A80D552-D9C3-AE43-A516-1B43DB8A987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9112E0-66F3-3BF0-2666-03F3CCE19B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AC92122-9A6C-94F0-36FF-F05E3FF49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19D7323-58C4-F868-DC4C-1132E9478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095D78A-2855-9DFC-1920-F346CF9D8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5145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6ABBC5-F080-FE8C-AADF-21A0F5FD3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8BD93B3-0077-2C20-3753-F72CA1E8D0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56AC090-4C39-530A-E16E-18D0DE17B1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9370C903-5A7E-EE63-3B94-80874CB67A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CBC5EC5-5FEC-5135-CC40-CAF1128451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C4F75B0-218E-5474-B2D2-F4228B799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6DBF269-62BE-6546-6D42-7436B7290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98755EF-C7FA-7EE9-86C5-37DA85E5C6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5393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C8BBC-1B56-B30C-ACE6-952D86973A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AB812AE-6B7B-C62C-311B-1D195CE20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41D0CBB-8218-D5BF-7141-5431B5C53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A3CF8FD-597B-0356-AC5E-0F0E44336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0744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C1FE4152-A8E7-DBA6-B3D1-48FDB7DC9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32F35D-84D5-D5CC-ADA5-AF6D6A220E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3FA5B9-7857-F496-10F0-FE009E6F4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4790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6AB68E-CD4D-D9B8-4B30-AC5D9EFF1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2D02C8-D94D-CBA4-877B-EA9E31AAC4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4507A19-BE61-BA68-2DE7-AEC3ADEB18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C8A694AA-1E51-1174-0A89-2DBE7734F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31CE61F-8A5D-6781-EA1B-8E21D6AD4C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5110D2-123F-C585-77EF-57820DED18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097308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EB4EFB-739A-BBA6-C808-EB2E28947F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4D1327A-454C-786B-9AD2-71835087D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6BBDBEF-686B-7D4D-6CCB-0FFACA3EE3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29669F-F587-3C5A-8484-F3E3109DD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F403E4F-A6BE-0462-6830-F9F83F7AA7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5DE2166-D430-DD3E-C414-D0CA77DA4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1331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57A2B95-ED11-0B96-6A08-D843A9F91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F62779A7-8B20-D33E-2698-2F5AE70ADA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51208CE-8B0A-203F-0C22-A7522944EC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BAC8848-8CDA-69BC-272F-020EA93B1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2416A2E-ACB0-64F0-82D3-D06219D65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01153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6389AA9-CBCE-3AC2-AD91-D060F76FC4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9B12DD8-9E30-F145-3EC6-FB75B6BC51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EB3844B-CE93-091B-B754-F93965A90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C2C7707-3912-1174-4A71-E94843DC4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2506B06-7DE1-6F16-4237-2317430C8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97976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C36066F-F6D7-A01F-91D6-BC6DC4CD96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0472B14-580C-E497-7CE0-4139F9DC8F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F738965-BD5E-C246-10EB-7A311DFFDE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6FA92-B52B-49F7-A35F-4A6BF1A1C03E}" type="datetimeFigureOut">
              <a:rPr lang="ko-KR" altLang="en-US" smtClean="0"/>
              <a:t>2025-12-10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8F034DC-C72A-57FA-47B6-B31320BC89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31D4B3A-5BB7-90AB-6DB2-3B341C4E95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5759DC-02A4-4F2F-9E97-9D946B3DF6A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67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A895E6-12A6-28ED-130F-C74953F5D318}"/>
              </a:ext>
            </a:extLst>
          </p:cNvPr>
          <p:cNvSpPr/>
          <p:nvPr/>
        </p:nvSpPr>
        <p:spPr>
          <a:xfrm>
            <a:off x="5701678" y="1462863"/>
            <a:ext cx="1073772" cy="4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Selector</a:t>
            </a:r>
          </a:p>
          <a:p>
            <a:pPr algn="ctr"/>
            <a:r>
              <a:rPr lang="ko-KR" altLang="en-US" sz="1200" dirty="0"/>
              <a:t>행동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129A319-B25B-F6CA-5107-37459AD50F4F}"/>
              </a:ext>
            </a:extLst>
          </p:cNvPr>
          <p:cNvSpPr/>
          <p:nvPr/>
        </p:nvSpPr>
        <p:spPr>
          <a:xfrm>
            <a:off x="2927546" y="2983590"/>
            <a:ext cx="1246433" cy="57982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Selector</a:t>
            </a:r>
          </a:p>
          <a:p>
            <a:pPr algn="ctr"/>
            <a:r>
              <a:rPr lang="ko-KR" altLang="en-US" sz="1200" dirty="0"/>
              <a:t>왼쪽 </a:t>
            </a:r>
            <a:r>
              <a:rPr lang="en-US" altLang="ko-KR" sz="1200" dirty="0"/>
              <a:t>or </a:t>
            </a:r>
            <a:r>
              <a:rPr lang="ko-KR" altLang="en-US" sz="1200" dirty="0"/>
              <a:t>오른쪽</a:t>
            </a:r>
            <a:endParaRPr lang="en-US" altLang="ko-KR" sz="1200" dirty="0"/>
          </a:p>
          <a:p>
            <a:pPr algn="ctr"/>
            <a:r>
              <a:rPr lang="ko-KR" altLang="en-US" sz="1200" dirty="0"/>
              <a:t>이동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7723291-73B5-2E79-AC83-50CA1A4A63D8}"/>
              </a:ext>
            </a:extLst>
          </p:cNvPr>
          <p:cNvSpPr/>
          <p:nvPr/>
        </p:nvSpPr>
        <p:spPr>
          <a:xfrm>
            <a:off x="1997304" y="4026319"/>
            <a:ext cx="930242" cy="371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Sequence</a:t>
            </a:r>
          </a:p>
          <a:p>
            <a:pPr algn="ctr"/>
            <a:r>
              <a:rPr lang="ko-KR" altLang="en-US" sz="1200" dirty="0"/>
              <a:t>왼쪽 이동</a:t>
            </a:r>
            <a:endParaRPr lang="en-US" altLang="ko-KR" sz="12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D3BF010-AF07-4665-EFF8-3A702E022119}"/>
              </a:ext>
            </a:extLst>
          </p:cNvPr>
          <p:cNvSpPr/>
          <p:nvPr/>
        </p:nvSpPr>
        <p:spPr>
          <a:xfrm>
            <a:off x="2038546" y="2287414"/>
            <a:ext cx="889000" cy="53975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Sequence</a:t>
            </a:r>
          </a:p>
          <a:p>
            <a:pPr algn="ctr"/>
            <a:r>
              <a:rPr lang="ko-KR" altLang="en-US" sz="1200" dirty="0"/>
              <a:t>이동</a:t>
            </a:r>
            <a:endParaRPr lang="en-US" altLang="ko-KR" sz="1200" dirty="0"/>
          </a:p>
        </p:txBody>
      </p:sp>
      <p:sp>
        <p:nvSpPr>
          <p:cNvPr id="9" name="순서도: 판단 8">
            <a:extLst>
              <a:ext uri="{FF2B5EF4-FFF2-40B4-BE49-F238E27FC236}">
                <a16:creationId xmlns:a16="http://schemas.microsoft.com/office/drawing/2014/main" id="{17A2DC1A-2456-9126-E024-454487537BCA}"/>
              </a:ext>
            </a:extLst>
          </p:cNvPr>
          <p:cNvSpPr/>
          <p:nvPr/>
        </p:nvSpPr>
        <p:spPr>
          <a:xfrm>
            <a:off x="703017" y="2983590"/>
            <a:ext cx="1382336" cy="57981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사정거리 밖에 있는가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10" name="순서도: 판단 9">
            <a:extLst>
              <a:ext uri="{FF2B5EF4-FFF2-40B4-BE49-F238E27FC236}">
                <a16:creationId xmlns:a16="http://schemas.microsoft.com/office/drawing/2014/main" id="{2553AD9E-8FEC-3DB8-2EAC-684B24274B2E}"/>
              </a:ext>
            </a:extLst>
          </p:cNvPr>
          <p:cNvSpPr/>
          <p:nvPr/>
        </p:nvSpPr>
        <p:spPr>
          <a:xfrm>
            <a:off x="584396" y="4861042"/>
            <a:ext cx="1739900" cy="65995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내가 왼쪽을 보고 있는가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CBA5EA4-4C3B-8BB4-9ABB-2D0063893272}"/>
              </a:ext>
            </a:extLst>
          </p:cNvPr>
          <p:cNvSpPr/>
          <p:nvPr/>
        </p:nvSpPr>
        <p:spPr>
          <a:xfrm>
            <a:off x="2652597" y="5005113"/>
            <a:ext cx="898165" cy="371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Action</a:t>
            </a:r>
          </a:p>
          <a:p>
            <a:pPr algn="ctr"/>
            <a:r>
              <a:rPr lang="ko-KR" altLang="en-US" sz="1200" dirty="0"/>
              <a:t>왼쪽 입력</a:t>
            </a:r>
            <a:endParaRPr lang="en-US" altLang="ko-KR" sz="1200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D8C970E9-A9C2-E3C6-13EA-F2B65EBF66D4}"/>
              </a:ext>
            </a:extLst>
          </p:cNvPr>
          <p:cNvSpPr/>
          <p:nvPr/>
        </p:nvSpPr>
        <p:spPr>
          <a:xfrm>
            <a:off x="3883221" y="3969997"/>
            <a:ext cx="1031057" cy="4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Action</a:t>
            </a:r>
          </a:p>
          <a:p>
            <a:pPr algn="ctr"/>
            <a:r>
              <a:rPr lang="ko-KR" altLang="en-US" sz="1200" dirty="0"/>
              <a:t>오른쪽 입력</a:t>
            </a:r>
            <a:endParaRPr lang="en-US" altLang="ko-KR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D63EE6AD-C7B8-E634-CDE2-279DD66C4F45}"/>
              </a:ext>
            </a:extLst>
          </p:cNvPr>
          <p:cNvSpPr/>
          <p:nvPr/>
        </p:nvSpPr>
        <p:spPr>
          <a:xfrm>
            <a:off x="8434762" y="2273302"/>
            <a:ext cx="916495" cy="487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Selector</a:t>
            </a:r>
          </a:p>
          <a:p>
            <a:pPr algn="ctr"/>
            <a:r>
              <a:rPr lang="ko-KR" altLang="en-US" sz="1200" dirty="0"/>
              <a:t>공방</a:t>
            </a:r>
            <a:endParaRPr lang="en-US" altLang="ko-KR" sz="1200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49E1FC1-4055-D04A-D402-C7921C10E175}"/>
              </a:ext>
            </a:extLst>
          </p:cNvPr>
          <p:cNvSpPr/>
          <p:nvPr/>
        </p:nvSpPr>
        <p:spPr>
          <a:xfrm>
            <a:off x="9904444" y="3087474"/>
            <a:ext cx="1246433" cy="487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Selector</a:t>
            </a:r>
          </a:p>
          <a:p>
            <a:pPr algn="ctr"/>
            <a:r>
              <a:rPr lang="ko-KR" altLang="en-US" sz="1200" dirty="0" err="1"/>
              <a:t>필살기</a:t>
            </a:r>
            <a:r>
              <a:rPr lang="ko-KR" altLang="en-US" sz="1200" dirty="0"/>
              <a:t> </a:t>
            </a:r>
            <a:r>
              <a:rPr lang="en-US" altLang="ko-KR" sz="1200" dirty="0"/>
              <a:t>or </a:t>
            </a:r>
            <a:r>
              <a:rPr lang="ko-KR" altLang="en-US" sz="1200" dirty="0"/>
              <a:t>공격</a:t>
            </a:r>
            <a:endParaRPr lang="en-US" altLang="ko-KR" sz="1200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BAC3997B-9663-C8CA-5AE1-6C84424338C3}"/>
              </a:ext>
            </a:extLst>
          </p:cNvPr>
          <p:cNvSpPr/>
          <p:nvPr/>
        </p:nvSpPr>
        <p:spPr>
          <a:xfrm>
            <a:off x="6452062" y="3029551"/>
            <a:ext cx="916495" cy="487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Sequence</a:t>
            </a:r>
          </a:p>
          <a:p>
            <a:pPr algn="ctr"/>
            <a:r>
              <a:rPr lang="ko-KR" altLang="en-US" sz="1200" dirty="0"/>
              <a:t>방어</a:t>
            </a:r>
            <a:endParaRPr lang="en-US" altLang="ko-KR" sz="1200" dirty="0"/>
          </a:p>
        </p:txBody>
      </p:sp>
      <p:sp>
        <p:nvSpPr>
          <p:cNvPr id="17" name="순서도: 판단 16">
            <a:extLst>
              <a:ext uri="{FF2B5EF4-FFF2-40B4-BE49-F238E27FC236}">
                <a16:creationId xmlns:a16="http://schemas.microsoft.com/office/drawing/2014/main" id="{CE491FED-D7C5-72AD-24D8-C8B27E4F6B99}"/>
              </a:ext>
            </a:extLst>
          </p:cNvPr>
          <p:cNvSpPr/>
          <p:nvPr/>
        </p:nvSpPr>
        <p:spPr>
          <a:xfrm>
            <a:off x="5250271" y="3922316"/>
            <a:ext cx="1475557" cy="57981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상대방이 공격키를 눌렀는가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2E90774-D432-55EE-333F-91A92461A032}"/>
              </a:ext>
            </a:extLst>
          </p:cNvPr>
          <p:cNvSpPr/>
          <p:nvPr/>
        </p:nvSpPr>
        <p:spPr>
          <a:xfrm>
            <a:off x="7131049" y="3929486"/>
            <a:ext cx="1246433" cy="6269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Selector</a:t>
            </a:r>
          </a:p>
          <a:p>
            <a:pPr algn="ctr"/>
            <a:r>
              <a:rPr lang="ko-KR" altLang="en-US" sz="1200" dirty="0"/>
              <a:t>왼쪽 </a:t>
            </a:r>
            <a:r>
              <a:rPr lang="en-US" altLang="ko-KR" sz="1200" dirty="0"/>
              <a:t>or </a:t>
            </a:r>
            <a:r>
              <a:rPr lang="ko-KR" altLang="en-US" sz="1200" dirty="0"/>
              <a:t>오른쪽</a:t>
            </a:r>
            <a:endParaRPr lang="en-US" altLang="ko-KR" sz="1200" dirty="0"/>
          </a:p>
          <a:p>
            <a:pPr algn="ctr"/>
            <a:r>
              <a:rPr lang="ko-KR" altLang="en-US" sz="1200" dirty="0"/>
              <a:t>이동</a:t>
            </a:r>
          </a:p>
        </p:txBody>
      </p:sp>
      <p:sp>
        <p:nvSpPr>
          <p:cNvPr id="19" name="순서도: 판단 18">
            <a:extLst>
              <a:ext uri="{FF2B5EF4-FFF2-40B4-BE49-F238E27FC236}">
                <a16:creationId xmlns:a16="http://schemas.microsoft.com/office/drawing/2014/main" id="{6D7E151F-0589-A208-B86E-3D34DEBFBB61}"/>
              </a:ext>
            </a:extLst>
          </p:cNvPr>
          <p:cNvSpPr/>
          <p:nvPr/>
        </p:nvSpPr>
        <p:spPr>
          <a:xfrm>
            <a:off x="5250271" y="5859051"/>
            <a:ext cx="1735096" cy="65995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내가 왼쪽을 보고 있는가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B16BB77-0E8E-97A2-CDDF-051417BF7198}"/>
              </a:ext>
            </a:extLst>
          </p:cNvPr>
          <p:cNvSpPr/>
          <p:nvPr/>
        </p:nvSpPr>
        <p:spPr>
          <a:xfrm>
            <a:off x="6985367" y="6047787"/>
            <a:ext cx="1033348" cy="371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Action</a:t>
            </a:r>
          </a:p>
          <a:p>
            <a:pPr algn="ctr"/>
            <a:r>
              <a:rPr lang="ko-KR" altLang="en-US" sz="1200" dirty="0"/>
              <a:t>오른쪽 입력</a:t>
            </a:r>
            <a:endParaRPr lang="en-US" altLang="ko-KR" sz="1200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218E7AD1-F32E-6E88-7BE8-D677DE04BA66}"/>
              </a:ext>
            </a:extLst>
          </p:cNvPr>
          <p:cNvSpPr/>
          <p:nvPr/>
        </p:nvSpPr>
        <p:spPr>
          <a:xfrm>
            <a:off x="6448073" y="5092344"/>
            <a:ext cx="1074589" cy="3718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Sequence</a:t>
            </a:r>
          </a:p>
          <a:p>
            <a:pPr algn="ctr"/>
            <a:r>
              <a:rPr lang="ko-KR" altLang="en-US" sz="1200" dirty="0"/>
              <a:t>오른쪽 이동</a:t>
            </a:r>
            <a:endParaRPr lang="en-US" altLang="ko-KR" sz="1200" dirty="0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6E352A65-266D-47A0-78AA-94946C614179}"/>
              </a:ext>
            </a:extLst>
          </p:cNvPr>
          <p:cNvSpPr/>
          <p:nvPr/>
        </p:nvSpPr>
        <p:spPr>
          <a:xfrm>
            <a:off x="7861952" y="5101454"/>
            <a:ext cx="1031057" cy="4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Action</a:t>
            </a:r>
          </a:p>
          <a:p>
            <a:pPr algn="ctr"/>
            <a:r>
              <a:rPr lang="ko-KR" altLang="en-US" sz="1200" dirty="0"/>
              <a:t>왼쪽 입력</a:t>
            </a:r>
            <a:endParaRPr lang="en-US" altLang="ko-KR" sz="1200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6153CCDD-9ED5-FED0-8BBE-BB702FD7EBCE}"/>
              </a:ext>
            </a:extLst>
          </p:cNvPr>
          <p:cNvSpPr/>
          <p:nvPr/>
        </p:nvSpPr>
        <p:spPr>
          <a:xfrm>
            <a:off x="9249235" y="3901645"/>
            <a:ext cx="916495" cy="48789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Sequence</a:t>
            </a:r>
          </a:p>
          <a:p>
            <a:pPr algn="ctr"/>
            <a:r>
              <a:rPr lang="ko-KR" altLang="en-US" sz="1200" dirty="0" err="1"/>
              <a:t>필살기</a:t>
            </a:r>
            <a:endParaRPr lang="en-US" altLang="ko-KR" sz="1200" dirty="0"/>
          </a:p>
        </p:txBody>
      </p:sp>
      <p:sp>
        <p:nvSpPr>
          <p:cNvPr id="24" name="순서도: 판단 23">
            <a:extLst>
              <a:ext uri="{FF2B5EF4-FFF2-40B4-BE49-F238E27FC236}">
                <a16:creationId xmlns:a16="http://schemas.microsoft.com/office/drawing/2014/main" id="{94C08917-B3B7-F886-7BF2-CEB82C6A496E}"/>
              </a:ext>
            </a:extLst>
          </p:cNvPr>
          <p:cNvSpPr/>
          <p:nvPr/>
        </p:nvSpPr>
        <p:spPr>
          <a:xfrm>
            <a:off x="8379706" y="4505442"/>
            <a:ext cx="1417426" cy="659956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필살기</a:t>
            </a:r>
            <a:r>
              <a:rPr lang="ko-KR" altLang="en-US" sz="1000" dirty="0"/>
              <a:t> 게이지가 다 찼나</a:t>
            </a:r>
            <a:r>
              <a:rPr lang="en-US" altLang="ko-KR" sz="1000" dirty="0"/>
              <a:t>?</a:t>
            </a:r>
            <a:endParaRPr lang="ko-KR" altLang="en-US" sz="1000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31D3A7AC-714B-6432-81CE-ADF6C5D8159F}"/>
              </a:ext>
            </a:extLst>
          </p:cNvPr>
          <p:cNvSpPr/>
          <p:nvPr/>
        </p:nvSpPr>
        <p:spPr>
          <a:xfrm>
            <a:off x="9904444" y="4625648"/>
            <a:ext cx="1031057" cy="4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Action</a:t>
            </a:r>
          </a:p>
          <a:p>
            <a:pPr algn="ctr"/>
            <a:r>
              <a:rPr lang="ko-KR" altLang="en-US" sz="1200" dirty="0" err="1"/>
              <a:t>필살기</a:t>
            </a:r>
            <a:r>
              <a:rPr lang="ko-KR" altLang="en-US" sz="1200" dirty="0"/>
              <a:t> 입력</a:t>
            </a:r>
            <a:endParaRPr lang="en-US" altLang="ko-KR" sz="1200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13D111-1CBD-7489-EB44-63968C9245AC}"/>
              </a:ext>
            </a:extLst>
          </p:cNvPr>
          <p:cNvSpPr/>
          <p:nvPr/>
        </p:nvSpPr>
        <p:spPr>
          <a:xfrm>
            <a:off x="10869039" y="3935821"/>
            <a:ext cx="1031057" cy="4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Action</a:t>
            </a:r>
          </a:p>
          <a:p>
            <a:pPr algn="ctr"/>
            <a:r>
              <a:rPr lang="ko-KR" altLang="en-US" sz="1200" dirty="0"/>
              <a:t>공격 입력</a:t>
            </a:r>
            <a:endParaRPr lang="en-US" altLang="ko-KR" sz="1200" dirty="0"/>
          </a:p>
        </p:txBody>
      </p:sp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50A386A8-FC42-24D8-8103-5D119511E980}"/>
              </a:ext>
            </a:extLst>
          </p:cNvPr>
          <p:cNvCxnSpPr>
            <a:cxnSpLocks/>
            <a:stCxn id="134" idx="0"/>
            <a:endCxn id="119" idx="2"/>
          </p:cNvCxnSpPr>
          <p:nvPr/>
        </p:nvCxnSpPr>
        <p:spPr>
          <a:xfrm flipV="1">
            <a:off x="1147517" y="502607"/>
            <a:ext cx="5041425" cy="2719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직선 연결선 52">
            <a:extLst>
              <a:ext uri="{FF2B5EF4-FFF2-40B4-BE49-F238E27FC236}">
                <a16:creationId xmlns:a16="http://schemas.microsoft.com/office/drawing/2014/main" id="{9ADCEEFA-0CB3-7677-15FA-A57A64DDADA6}"/>
              </a:ext>
            </a:extLst>
          </p:cNvPr>
          <p:cNvCxnSpPr>
            <a:cxnSpLocks/>
            <a:stCxn id="7" idx="2"/>
            <a:endCxn id="9" idx="0"/>
          </p:cNvCxnSpPr>
          <p:nvPr/>
        </p:nvCxnSpPr>
        <p:spPr>
          <a:xfrm flipH="1">
            <a:off x="1394185" y="2827164"/>
            <a:ext cx="1088861" cy="15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A1C8B9C5-CC00-BBAF-C218-E8C63C406516}"/>
              </a:ext>
            </a:extLst>
          </p:cNvPr>
          <p:cNvCxnSpPr>
            <a:cxnSpLocks/>
            <a:stCxn id="5" idx="0"/>
            <a:endCxn id="7" idx="2"/>
          </p:cNvCxnSpPr>
          <p:nvPr/>
        </p:nvCxnSpPr>
        <p:spPr>
          <a:xfrm flipH="1" flipV="1">
            <a:off x="2483046" y="2827164"/>
            <a:ext cx="1067717" cy="15642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F8DF8940-D386-A5AE-0AB8-055768C90EB7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 flipH="1">
            <a:off x="2462425" y="3563410"/>
            <a:ext cx="1088338" cy="4629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직선 연결선 61">
            <a:extLst>
              <a:ext uri="{FF2B5EF4-FFF2-40B4-BE49-F238E27FC236}">
                <a16:creationId xmlns:a16="http://schemas.microsoft.com/office/drawing/2014/main" id="{42F04F27-05F3-D1C0-FDEE-F75F266E6B44}"/>
              </a:ext>
            </a:extLst>
          </p:cNvPr>
          <p:cNvCxnSpPr>
            <a:cxnSpLocks/>
            <a:stCxn id="5" idx="2"/>
            <a:endCxn id="12" idx="0"/>
          </p:cNvCxnSpPr>
          <p:nvPr/>
        </p:nvCxnSpPr>
        <p:spPr>
          <a:xfrm>
            <a:off x="3550763" y="3563410"/>
            <a:ext cx="847987" cy="4065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직선 연결선 64">
            <a:extLst>
              <a:ext uri="{FF2B5EF4-FFF2-40B4-BE49-F238E27FC236}">
                <a16:creationId xmlns:a16="http://schemas.microsoft.com/office/drawing/2014/main" id="{AD5B6627-A5CF-45A7-DFBF-1F2303C6F375}"/>
              </a:ext>
            </a:extLst>
          </p:cNvPr>
          <p:cNvCxnSpPr>
            <a:cxnSpLocks/>
            <a:stCxn id="6" idx="2"/>
            <a:endCxn id="10" idx="0"/>
          </p:cNvCxnSpPr>
          <p:nvPr/>
        </p:nvCxnSpPr>
        <p:spPr>
          <a:xfrm flipH="1">
            <a:off x="1454346" y="4398133"/>
            <a:ext cx="1008079" cy="4629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2403AE1A-B6C0-35EB-3B8F-0EE4E0CC47BF}"/>
              </a:ext>
            </a:extLst>
          </p:cNvPr>
          <p:cNvCxnSpPr>
            <a:cxnSpLocks/>
            <a:stCxn id="13" idx="0"/>
            <a:endCxn id="4" idx="2"/>
          </p:cNvCxnSpPr>
          <p:nvPr/>
        </p:nvCxnSpPr>
        <p:spPr>
          <a:xfrm flipH="1" flipV="1">
            <a:off x="6238564" y="1882407"/>
            <a:ext cx="2654446" cy="39089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직선 연결선 72">
            <a:extLst>
              <a:ext uri="{FF2B5EF4-FFF2-40B4-BE49-F238E27FC236}">
                <a16:creationId xmlns:a16="http://schemas.microsoft.com/office/drawing/2014/main" id="{2FE55E5E-E038-ABD7-D0DE-730FAFA8F95A}"/>
              </a:ext>
            </a:extLst>
          </p:cNvPr>
          <p:cNvCxnSpPr>
            <a:cxnSpLocks/>
            <a:stCxn id="13" idx="2"/>
            <a:endCxn id="15" idx="0"/>
          </p:cNvCxnSpPr>
          <p:nvPr/>
        </p:nvCxnSpPr>
        <p:spPr>
          <a:xfrm flipH="1">
            <a:off x="6910310" y="2761198"/>
            <a:ext cx="1982700" cy="2683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직선 연결선 75">
            <a:extLst>
              <a:ext uri="{FF2B5EF4-FFF2-40B4-BE49-F238E27FC236}">
                <a16:creationId xmlns:a16="http://schemas.microsoft.com/office/drawing/2014/main" id="{B43D96F3-CC72-BCEF-1ADA-7EA4AC50F7D5}"/>
              </a:ext>
            </a:extLst>
          </p:cNvPr>
          <p:cNvCxnSpPr>
            <a:cxnSpLocks/>
            <a:stCxn id="14" idx="0"/>
            <a:endCxn id="13" idx="2"/>
          </p:cNvCxnSpPr>
          <p:nvPr/>
        </p:nvCxnSpPr>
        <p:spPr>
          <a:xfrm flipH="1" flipV="1">
            <a:off x="8893010" y="2761198"/>
            <a:ext cx="1634651" cy="32627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직선 연결선 78">
            <a:extLst>
              <a:ext uri="{FF2B5EF4-FFF2-40B4-BE49-F238E27FC236}">
                <a16:creationId xmlns:a16="http://schemas.microsoft.com/office/drawing/2014/main" id="{01E315FD-BD66-88CB-D8EF-BB4F2D8FF904}"/>
              </a:ext>
            </a:extLst>
          </p:cNvPr>
          <p:cNvCxnSpPr>
            <a:cxnSpLocks/>
            <a:stCxn id="17" idx="0"/>
            <a:endCxn id="15" idx="2"/>
          </p:cNvCxnSpPr>
          <p:nvPr/>
        </p:nvCxnSpPr>
        <p:spPr>
          <a:xfrm flipV="1">
            <a:off x="5988050" y="3517447"/>
            <a:ext cx="922260" cy="40486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직선 연결선 81">
            <a:extLst>
              <a:ext uri="{FF2B5EF4-FFF2-40B4-BE49-F238E27FC236}">
                <a16:creationId xmlns:a16="http://schemas.microsoft.com/office/drawing/2014/main" id="{FD2FCF32-DB69-1433-7683-FC794504402F}"/>
              </a:ext>
            </a:extLst>
          </p:cNvPr>
          <p:cNvCxnSpPr>
            <a:cxnSpLocks/>
            <a:stCxn id="14" idx="2"/>
            <a:endCxn id="23" idx="0"/>
          </p:cNvCxnSpPr>
          <p:nvPr/>
        </p:nvCxnSpPr>
        <p:spPr>
          <a:xfrm flipH="1">
            <a:off x="9707483" y="3575370"/>
            <a:ext cx="820178" cy="3262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직선 연결선 86">
            <a:extLst>
              <a:ext uri="{FF2B5EF4-FFF2-40B4-BE49-F238E27FC236}">
                <a16:creationId xmlns:a16="http://schemas.microsoft.com/office/drawing/2014/main" id="{6A3E12E0-5E74-7CE1-0F83-84ADD83A8D6C}"/>
              </a:ext>
            </a:extLst>
          </p:cNvPr>
          <p:cNvCxnSpPr>
            <a:cxnSpLocks/>
            <a:stCxn id="18" idx="0"/>
            <a:endCxn id="15" idx="2"/>
          </p:cNvCxnSpPr>
          <p:nvPr/>
        </p:nvCxnSpPr>
        <p:spPr>
          <a:xfrm flipH="1" flipV="1">
            <a:off x="6910310" y="3517447"/>
            <a:ext cx="843956" cy="41203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>
            <a:extLst>
              <a:ext uri="{FF2B5EF4-FFF2-40B4-BE49-F238E27FC236}">
                <a16:creationId xmlns:a16="http://schemas.microsoft.com/office/drawing/2014/main" id="{2255E611-3436-5633-D932-A0648D3A02FD}"/>
              </a:ext>
            </a:extLst>
          </p:cNvPr>
          <p:cNvCxnSpPr>
            <a:cxnSpLocks/>
            <a:stCxn id="26" idx="0"/>
            <a:endCxn id="14" idx="2"/>
          </p:cNvCxnSpPr>
          <p:nvPr/>
        </p:nvCxnSpPr>
        <p:spPr>
          <a:xfrm flipH="1" flipV="1">
            <a:off x="10527661" y="3575370"/>
            <a:ext cx="856907" cy="3604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직선 연결선 92">
            <a:extLst>
              <a:ext uri="{FF2B5EF4-FFF2-40B4-BE49-F238E27FC236}">
                <a16:creationId xmlns:a16="http://schemas.microsoft.com/office/drawing/2014/main" id="{EC70D327-9AD1-3415-D874-0086907C8DBB}"/>
              </a:ext>
            </a:extLst>
          </p:cNvPr>
          <p:cNvCxnSpPr>
            <a:cxnSpLocks/>
            <a:stCxn id="11" idx="0"/>
            <a:endCxn id="6" idx="2"/>
          </p:cNvCxnSpPr>
          <p:nvPr/>
        </p:nvCxnSpPr>
        <p:spPr>
          <a:xfrm flipH="1" flipV="1">
            <a:off x="2462425" y="4398133"/>
            <a:ext cx="639255" cy="60698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직선 연결선 95">
            <a:extLst>
              <a:ext uri="{FF2B5EF4-FFF2-40B4-BE49-F238E27FC236}">
                <a16:creationId xmlns:a16="http://schemas.microsoft.com/office/drawing/2014/main" id="{89B5F832-1D8B-8C1F-9537-578DA0C9AE8E}"/>
              </a:ext>
            </a:extLst>
          </p:cNvPr>
          <p:cNvCxnSpPr>
            <a:cxnSpLocks/>
            <a:stCxn id="21" idx="0"/>
            <a:endCxn id="18" idx="2"/>
          </p:cNvCxnSpPr>
          <p:nvPr/>
        </p:nvCxnSpPr>
        <p:spPr>
          <a:xfrm flipV="1">
            <a:off x="6985368" y="4556445"/>
            <a:ext cx="768898" cy="53589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직선 연결선 98">
            <a:extLst>
              <a:ext uri="{FF2B5EF4-FFF2-40B4-BE49-F238E27FC236}">
                <a16:creationId xmlns:a16="http://schemas.microsoft.com/office/drawing/2014/main" id="{75FCD44D-3F9B-4284-0BB0-E64C95C178BA}"/>
              </a:ext>
            </a:extLst>
          </p:cNvPr>
          <p:cNvCxnSpPr>
            <a:cxnSpLocks/>
            <a:stCxn id="22" idx="0"/>
            <a:endCxn id="18" idx="2"/>
          </p:cNvCxnSpPr>
          <p:nvPr/>
        </p:nvCxnSpPr>
        <p:spPr>
          <a:xfrm flipH="1" flipV="1">
            <a:off x="7754266" y="4556445"/>
            <a:ext cx="623215" cy="54500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DFC51483-E8F2-5CE1-9207-44DAA99EDCC6}"/>
              </a:ext>
            </a:extLst>
          </p:cNvPr>
          <p:cNvCxnSpPr>
            <a:cxnSpLocks/>
            <a:stCxn id="24" idx="0"/>
            <a:endCxn id="23" idx="2"/>
          </p:cNvCxnSpPr>
          <p:nvPr/>
        </p:nvCxnSpPr>
        <p:spPr>
          <a:xfrm flipV="1">
            <a:off x="9088419" y="4389541"/>
            <a:ext cx="619064" cy="11590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직선 연결선 104">
            <a:extLst>
              <a:ext uri="{FF2B5EF4-FFF2-40B4-BE49-F238E27FC236}">
                <a16:creationId xmlns:a16="http://schemas.microsoft.com/office/drawing/2014/main" id="{53B79CD9-92BD-1407-2C57-CA1DCC25CDFA}"/>
              </a:ext>
            </a:extLst>
          </p:cNvPr>
          <p:cNvCxnSpPr>
            <a:cxnSpLocks/>
            <a:stCxn id="23" idx="2"/>
            <a:endCxn id="25" idx="0"/>
          </p:cNvCxnSpPr>
          <p:nvPr/>
        </p:nvCxnSpPr>
        <p:spPr>
          <a:xfrm>
            <a:off x="9707483" y="4389541"/>
            <a:ext cx="712490" cy="23610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8E20C490-68EB-D250-970F-3CFEA7DEFA99}"/>
              </a:ext>
            </a:extLst>
          </p:cNvPr>
          <p:cNvCxnSpPr>
            <a:cxnSpLocks/>
            <a:stCxn id="21" idx="2"/>
            <a:endCxn id="19" idx="0"/>
          </p:cNvCxnSpPr>
          <p:nvPr/>
        </p:nvCxnSpPr>
        <p:spPr>
          <a:xfrm flipH="1">
            <a:off x="6117819" y="5464158"/>
            <a:ext cx="867549" cy="39489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4916E4F1-AC91-6A9D-549E-000AFB81145C}"/>
              </a:ext>
            </a:extLst>
          </p:cNvPr>
          <p:cNvCxnSpPr>
            <a:cxnSpLocks/>
            <a:stCxn id="20" idx="0"/>
            <a:endCxn id="21" idx="2"/>
          </p:cNvCxnSpPr>
          <p:nvPr/>
        </p:nvCxnSpPr>
        <p:spPr>
          <a:xfrm flipH="1" flipV="1">
            <a:off x="6985368" y="5464158"/>
            <a:ext cx="516673" cy="58362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F5BCB58C-F91B-BECD-CAF3-19127EB7332F}"/>
              </a:ext>
            </a:extLst>
          </p:cNvPr>
          <p:cNvSpPr/>
          <p:nvPr/>
        </p:nvSpPr>
        <p:spPr>
          <a:xfrm>
            <a:off x="5652056" y="83063"/>
            <a:ext cx="1073772" cy="4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Selector</a:t>
            </a:r>
          </a:p>
          <a:p>
            <a:pPr algn="ctr"/>
            <a:r>
              <a:rPr lang="ko-KR" altLang="en-US" sz="1200" dirty="0"/>
              <a:t>대기 </a:t>
            </a:r>
            <a:r>
              <a:rPr lang="en-US" altLang="ko-KR" sz="1200" dirty="0"/>
              <a:t>or </a:t>
            </a:r>
            <a:r>
              <a:rPr lang="ko-KR" altLang="en-US" sz="1200" dirty="0"/>
              <a:t>행동</a:t>
            </a:r>
          </a:p>
        </p:txBody>
      </p:sp>
      <p:sp>
        <p:nvSpPr>
          <p:cNvPr id="128" name="직사각형 127">
            <a:extLst>
              <a:ext uri="{FF2B5EF4-FFF2-40B4-BE49-F238E27FC236}">
                <a16:creationId xmlns:a16="http://schemas.microsoft.com/office/drawing/2014/main" id="{2440130D-B643-1C4C-7A5C-6DCD65343A73}"/>
              </a:ext>
            </a:extLst>
          </p:cNvPr>
          <p:cNvSpPr/>
          <p:nvPr/>
        </p:nvSpPr>
        <p:spPr>
          <a:xfrm>
            <a:off x="3438721" y="757518"/>
            <a:ext cx="889000" cy="413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Sequence</a:t>
            </a:r>
          </a:p>
          <a:p>
            <a:pPr algn="ctr"/>
            <a:r>
              <a:rPr lang="ko-KR" altLang="en-US" sz="1200" dirty="0"/>
              <a:t>대기 설정</a:t>
            </a:r>
            <a:endParaRPr lang="en-US" altLang="ko-KR" sz="1200" dirty="0"/>
          </a:p>
        </p:txBody>
      </p:sp>
      <p:sp>
        <p:nvSpPr>
          <p:cNvPr id="130" name="순서도: 판단 129">
            <a:extLst>
              <a:ext uri="{FF2B5EF4-FFF2-40B4-BE49-F238E27FC236}">
                <a16:creationId xmlns:a16="http://schemas.microsoft.com/office/drawing/2014/main" id="{0FC9300C-2077-858F-C273-F919872EFD96}"/>
              </a:ext>
            </a:extLst>
          </p:cNvPr>
          <p:cNvSpPr/>
          <p:nvPr/>
        </p:nvSpPr>
        <p:spPr>
          <a:xfrm>
            <a:off x="2690190" y="1467191"/>
            <a:ext cx="919768" cy="52357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70%</a:t>
            </a:r>
            <a:endParaRPr lang="ko-KR" altLang="en-US" sz="1000" dirty="0"/>
          </a:p>
        </p:txBody>
      </p:sp>
      <p:sp>
        <p:nvSpPr>
          <p:cNvPr id="132" name="직사각형 131">
            <a:extLst>
              <a:ext uri="{FF2B5EF4-FFF2-40B4-BE49-F238E27FC236}">
                <a16:creationId xmlns:a16="http://schemas.microsoft.com/office/drawing/2014/main" id="{D4626E5F-3DF2-E744-28E1-01532A25B340}"/>
              </a:ext>
            </a:extLst>
          </p:cNvPr>
          <p:cNvSpPr/>
          <p:nvPr/>
        </p:nvSpPr>
        <p:spPr>
          <a:xfrm>
            <a:off x="3817102" y="1528930"/>
            <a:ext cx="1031057" cy="41954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Action</a:t>
            </a:r>
          </a:p>
          <a:p>
            <a:pPr algn="ctr"/>
            <a:r>
              <a:rPr lang="ko-KR" altLang="en-US" sz="1200" dirty="0"/>
              <a:t>입력 해제</a:t>
            </a:r>
            <a:endParaRPr lang="en-US" altLang="ko-KR" sz="1200" dirty="0"/>
          </a:p>
        </p:txBody>
      </p:sp>
      <p:sp>
        <p:nvSpPr>
          <p:cNvPr id="133" name="순서도: 판단 132">
            <a:extLst>
              <a:ext uri="{FF2B5EF4-FFF2-40B4-BE49-F238E27FC236}">
                <a16:creationId xmlns:a16="http://schemas.microsoft.com/office/drawing/2014/main" id="{569629D0-09EC-86D6-DF3C-96AF93B01944}"/>
              </a:ext>
            </a:extLst>
          </p:cNvPr>
          <p:cNvSpPr/>
          <p:nvPr/>
        </p:nvSpPr>
        <p:spPr>
          <a:xfrm>
            <a:off x="278901" y="1569240"/>
            <a:ext cx="1737232" cy="523571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/>
              <a:t>대기 시간이 끝났는가</a:t>
            </a:r>
            <a:endParaRPr lang="ko-KR" altLang="en-US" sz="1000" dirty="0"/>
          </a:p>
        </p:txBody>
      </p:sp>
      <p:sp>
        <p:nvSpPr>
          <p:cNvPr id="134" name="직사각형 133">
            <a:extLst>
              <a:ext uri="{FF2B5EF4-FFF2-40B4-BE49-F238E27FC236}">
                <a16:creationId xmlns:a16="http://schemas.microsoft.com/office/drawing/2014/main" id="{F59C3BD1-CE0C-5E9C-D89F-E63C611B3CB2}"/>
              </a:ext>
            </a:extLst>
          </p:cNvPr>
          <p:cNvSpPr/>
          <p:nvPr/>
        </p:nvSpPr>
        <p:spPr>
          <a:xfrm>
            <a:off x="703017" y="774546"/>
            <a:ext cx="889000" cy="41394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/>
              <a:t>Sequence</a:t>
            </a:r>
          </a:p>
          <a:p>
            <a:pPr algn="ctr"/>
            <a:r>
              <a:rPr lang="ko-KR" altLang="en-US" sz="1200" dirty="0"/>
              <a:t>대기</a:t>
            </a:r>
            <a:endParaRPr lang="en-US" altLang="ko-KR" sz="1200" dirty="0"/>
          </a:p>
        </p:txBody>
      </p:sp>
      <p:cxnSp>
        <p:nvCxnSpPr>
          <p:cNvPr id="137" name="직선 연결선 136">
            <a:extLst>
              <a:ext uri="{FF2B5EF4-FFF2-40B4-BE49-F238E27FC236}">
                <a16:creationId xmlns:a16="http://schemas.microsoft.com/office/drawing/2014/main" id="{9E2CF3EC-9ADD-D81B-5DDA-B85E6D8470CE}"/>
              </a:ext>
            </a:extLst>
          </p:cNvPr>
          <p:cNvCxnSpPr>
            <a:cxnSpLocks/>
            <a:stCxn id="128" idx="0"/>
            <a:endCxn id="119" idx="2"/>
          </p:cNvCxnSpPr>
          <p:nvPr/>
        </p:nvCxnSpPr>
        <p:spPr>
          <a:xfrm flipV="1">
            <a:off x="3883221" y="502607"/>
            <a:ext cx="2305721" cy="25491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>
            <a:extLst>
              <a:ext uri="{FF2B5EF4-FFF2-40B4-BE49-F238E27FC236}">
                <a16:creationId xmlns:a16="http://schemas.microsoft.com/office/drawing/2014/main" id="{572B2B78-2900-1DA9-5360-57DDC0E663DB}"/>
              </a:ext>
            </a:extLst>
          </p:cNvPr>
          <p:cNvCxnSpPr>
            <a:cxnSpLocks/>
            <a:stCxn id="4" idx="0"/>
            <a:endCxn id="119" idx="2"/>
          </p:cNvCxnSpPr>
          <p:nvPr/>
        </p:nvCxnSpPr>
        <p:spPr>
          <a:xfrm flipH="1" flipV="1">
            <a:off x="6188942" y="502607"/>
            <a:ext cx="49622" cy="960256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직선 연결선 142">
            <a:extLst>
              <a:ext uri="{FF2B5EF4-FFF2-40B4-BE49-F238E27FC236}">
                <a16:creationId xmlns:a16="http://schemas.microsoft.com/office/drawing/2014/main" id="{796E65A3-3DEE-D4E8-8E0A-5846A30DB0C3}"/>
              </a:ext>
            </a:extLst>
          </p:cNvPr>
          <p:cNvCxnSpPr>
            <a:cxnSpLocks/>
            <a:stCxn id="133" idx="0"/>
            <a:endCxn id="134" idx="2"/>
          </p:cNvCxnSpPr>
          <p:nvPr/>
        </p:nvCxnSpPr>
        <p:spPr>
          <a:xfrm flipV="1">
            <a:off x="1147517" y="1188491"/>
            <a:ext cx="0" cy="380749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직선 연결선 145">
            <a:extLst>
              <a:ext uri="{FF2B5EF4-FFF2-40B4-BE49-F238E27FC236}">
                <a16:creationId xmlns:a16="http://schemas.microsoft.com/office/drawing/2014/main" id="{65E5E2E9-2961-2688-EFAC-5822C4CE784D}"/>
              </a:ext>
            </a:extLst>
          </p:cNvPr>
          <p:cNvCxnSpPr>
            <a:cxnSpLocks/>
            <a:stCxn id="130" idx="0"/>
            <a:endCxn id="128" idx="2"/>
          </p:cNvCxnSpPr>
          <p:nvPr/>
        </p:nvCxnSpPr>
        <p:spPr>
          <a:xfrm flipV="1">
            <a:off x="3150074" y="1171463"/>
            <a:ext cx="733147" cy="29572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직선 연결선 148">
            <a:extLst>
              <a:ext uri="{FF2B5EF4-FFF2-40B4-BE49-F238E27FC236}">
                <a16:creationId xmlns:a16="http://schemas.microsoft.com/office/drawing/2014/main" id="{AD773191-3C78-5E25-65E0-59C665C7A1EE}"/>
              </a:ext>
            </a:extLst>
          </p:cNvPr>
          <p:cNvCxnSpPr>
            <a:cxnSpLocks/>
            <a:stCxn id="128" idx="2"/>
            <a:endCxn id="132" idx="0"/>
          </p:cNvCxnSpPr>
          <p:nvPr/>
        </p:nvCxnSpPr>
        <p:spPr>
          <a:xfrm>
            <a:off x="3883221" y="1171463"/>
            <a:ext cx="449410" cy="35746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570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88</Words>
  <Application>Microsoft Office PowerPoint</Application>
  <PresentationFormat>와이드스크린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 P</dc:creator>
  <cp:lastModifiedBy>C P</cp:lastModifiedBy>
  <cp:revision>3</cp:revision>
  <dcterms:created xsi:type="dcterms:W3CDTF">2025-12-10T09:16:01Z</dcterms:created>
  <dcterms:modified xsi:type="dcterms:W3CDTF">2025-12-10T11:46:23Z</dcterms:modified>
</cp:coreProperties>
</file>