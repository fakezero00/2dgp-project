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5" r:id="rId4"/>
    <p:sldId id="266" r:id="rId5"/>
    <p:sldId id="26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0F3234-0039-412B-A369-17F1B526B8CC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336FEE-20DA-43F4-B7CD-A678FA9E56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65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36FEE-20DA-43F4-B7CD-A678FA9E56F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4107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2DADA-77BE-C0B5-2C00-80210DBAE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E34751-9AC6-1FEA-E6E1-2AA5B7DBD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C3619D-B9F4-DF1B-6233-550B3AB9C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3864C1-AAC5-ADDD-4556-D8EF17EC1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36FEE-20DA-43F4-B7CD-A678FA9E56F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040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677D00-3FAE-0F06-2147-9BDF8DBAE5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EAB540D-1182-2B2C-58F3-108D526EA0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43AB60-A3A8-56E8-5418-62307B094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0F1C44-B877-F37F-E723-39F66AA5D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2755B4-A63F-5D3B-5C2F-74A07A4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641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444BC1-9A21-770B-A945-88BFCFA2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45747C-DDB6-BD63-3A15-406313FAF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9F5260-D359-9616-BBAC-9E3C8A3F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935B8-99A4-3770-CC53-EBE2855E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1FA720-1CC8-6017-C0FB-558FBD6F0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833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334FD-9E72-406E-6CFE-A1DDEFBA3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1279A-8A6B-67D0-A3E9-16D14C0AD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8DEF6F-76E8-3D3B-05A2-3A64ABC1E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EC88D2-7954-637B-E81C-F7C2362F3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30D031-D01F-DB89-A3E1-7E2CA704D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270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FBE9C-147A-3A11-69C7-C1C808C1B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2DFCA3-9C1B-A413-6585-A847E6FEF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FE400A-673C-E8BD-4A90-D6BD11796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0E8B46-62B6-6469-D04D-B5D077E80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63BEF-FB05-A525-2F4A-76653C574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D9A51F-35DB-BD92-CCEB-7B24219F8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602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731E1A-11B2-A5CB-F928-57FA07EBF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384969-A74E-7FE5-7E37-1349EDA95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68E688-45AE-8A26-A722-68DF5EAF1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2BE0065-90F2-AEE3-1AF5-BBE13C66AE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301BA83-AFE7-CA88-DA03-35654855E6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8E28B5-F2CE-91D5-8F6A-89634C13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4BA315-3FFB-D4FA-6B36-74151F38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D1AC84-E488-1A8D-3859-3C37C982D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524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EFBDA-9242-B162-D9EB-E0D6805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3CCACDD-13C1-F824-A1DE-C7C7D72D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682C64-3430-6DEC-E3CC-B234188AC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01C635-DFCB-6222-1A61-9A636A94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6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1A9812-268B-678F-C311-54EFBB048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67C4184-5A97-1B49-92C0-E9CC927A5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AAA42-A6AD-0CA2-B313-764FCC135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71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58987-E932-3FF4-AF14-FB20CC237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570558-2FF3-EBFD-D8BD-588367AE6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447C4C-AA40-AF9D-A69C-36F691229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326DDD-4313-A755-D183-A9FD3675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2894DF-BDF8-6FF0-2265-960E0E870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4638B9-89DC-1BEB-1BB7-BF3CE0C1F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223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4F1F4-4E76-0154-1761-15444AF89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930187F-97F7-C6E4-9F80-3F7AE708D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9AFF72-01B5-EE4F-D906-C21CEC11A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1F3BC4-AACE-DCDD-E3C3-DD491A570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B4901B-9C6E-8FF6-5485-FE06A35E0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03963-B153-0235-09A5-11BE09B3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615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8B1EC0-E8BA-39E9-5771-C305BCE8E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841C6C-662A-A6CD-3288-68312CAE3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8A6DE3-9C75-A7AA-10E5-2B18796DE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7955A4-7F4A-AD25-8E51-0052EB663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0CFE8D-D0BE-ADDF-DA7F-D3512B0D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908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B42C40B-C6DC-A5B1-F19E-604940ECA0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E65695-6D7A-BE74-1D2D-39F103D08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4279BB-50E9-6405-0277-974BC1948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EAD337-1F36-66E8-8567-A274B2F63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4636E-4547-1FAF-57C0-99ACFCB3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054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DD9A970-07E5-9FE4-DD53-8EFE27D9C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587C17-1D75-F410-75C2-8F911D0FD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8EF4DC-1D1C-C43E-0ED8-A0C5A79790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62A685-4CE8-4DFA-9728-EF5EDAAC4451}" type="datetimeFigureOut">
              <a:rPr lang="ko-KR" altLang="en-US" smtClean="0"/>
              <a:t>2025-11-12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41DA40-C548-CBE6-470A-B4B62E82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BB8D82-FB57-9375-AF69-372323391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1333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행성, 지구, 대기권 밖, 우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D9533D-16F4-AC99-57DA-26187B812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그림 11" descr="만화 영화, 장난감, 가상의 캐릭터, 애니메이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8F7D8A-3BA6-A236-FD2C-BC7C3B012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" y="0"/>
            <a:ext cx="12187807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CE5B2CB-EA30-1EB1-EE55-4529DAA548B6}"/>
              </a:ext>
            </a:extLst>
          </p:cNvPr>
          <p:cNvSpPr/>
          <p:nvPr/>
        </p:nvSpPr>
        <p:spPr>
          <a:xfrm>
            <a:off x="4018690" y="-182086"/>
            <a:ext cx="3828292" cy="31547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199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100000">
                      <a:schemeClr val="accent1">
                        <a:lumMod val="5000"/>
                        <a:lumOff val="95000"/>
                      </a:schemeClr>
                    </a:gs>
                    <a:gs pos="477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tx1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VS</a:t>
            </a:r>
            <a:endParaRPr lang="en-US" altLang="ko-KR" sz="19900" b="0" cap="none" spc="-300" dirty="0">
              <a:ln w="0">
                <a:solidFill>
                  <a:schemeClr val="bg1"/>
                </a:solidFill>
              </a:ln>
              <a:gradFill>
                <a:gsLst>
                  <a:gs pos="100000">
                    <a:schemeClr val="accent6"/>
                  </a:gs>
                  <a:gs pos="66000">
                    <a:srgbClr val="FFFF00"/>
                  </a:gs>
                  <a:gs pos="56000">
                    <a:srgbClr val="FFC000"/>
                  </a:gs>
                  <a:gs pos="0">
                    <a:schemeClr val="tx1"/>
                  </a:gs>
                </a:gsLst>
                <a:lin ang="5400000" scaled="1"/>
              </a:gra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5B373DB-C67C-D14B-F955-276BFA60F564}"/>
              </a:ext>
            </a:extLst>
          </p:cNvPr>
          <p:cNvSpPr/>
          <p:nvPr/>
        </p:nvSpPr>
        <p:spPr>
          <a:xfrm>
            <a:off x="3100025" y="870455"/>
            <a:ext cx="6301725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72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30000">
                      <a:srgbClr val="FF0000"/>
                    </a:gs>
                    <a:gs pos="67000">
                      <a:srgbClr val="00B0F0"/>
                    </a:gs>
                    <a:gs pos="100000">
                      <a:srgbClr val="FFFF00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REAL</a:t>
            </a:r>
            <a:r>
              <a:rPr lang="en-US" altLang="ko-KR" sz="7200" spc="-300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30000">
                      <a:srgbClr val="FF0000"/>
                    </a:gs>
                    <a:gs pos="67000">
                      <a:srgbClr val="00B0F0"/>
                    </a:gs>
                    <a:gs pos="100000">
                      <a:srgbClr val="FFFF00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72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100000">
                      <a:schemeClr val="accent6"/>
                    </a:gs>
                    <a:gs pos="66000">
                      <a:srgbClr val="FFFF00"/>
                    </a:gs>
                    <a:gs pos="56000">
                      <a:srgbClr val="FFC000"/>
                    </a:gs>
                    <a:gs pos="0">
                      <a:schemeClr val="tx1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SUPER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38DCD2-B152-50DF-6A76-33F436B99444}"/>
              </a:ext>
            </a:extLst>
          </p:cNvPr>
          <p:cNvSpPr txBox="1"/>
          <p:nvPr/>
        </p:nvSpPr>
        <p:spPr>
          <a:xfrm>
            <a:off x="101600" y="50800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2022182034 </a:t>
            </a:r>
            <a:r>
              <a:rPr lang="ko-KR" altLang="en-US" dirty="0">
                <a:solidFill>
                  <a:schemeClr val="bg1"/>
                </a:solidFill>
              </a:rPr>
              <a:t>임성진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54358F-99A8-D210-4F29-423D5EE4CE88}"/>
              </a:ext>
            </a:extLst>
          </p:cNvPr>
          <p:cNvSpPr/>
          <p:nvPr/>
        </p:nvSpPr>
        <p:spPr>
          <a:xfrm>
            <a:off x="6095999" y="2017909"/>
            <a:ext cx="357982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5400" b="1" cap="none" spc="0" dirty="0">
                <a:ln w="0"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r>
              <a:rPr lang="ko-KR" altLang="en-US" sz="5400" b="1" cap="none" spc="0" dirty="0">
                <a:ln w="0"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차 보고서</a:t>
            </a:r>
            <a:endParaRPr lang="en-US" altLang="ko-KR" sz="5400" b="1" cap="none" spc="0" dirty="0">
              <a:ln w="0">
                <a:solidFill>
                  <a:sysClr val="windowText" lastClr="000000"/>
                </a:solidFill>
              </a:ln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86105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27AB-A687-FF79-7E31-B1F4CA67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85C02-E6AB-BD35-AC15-19588A5A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ko-KR" altLang="en-US" dirty="0"/>
              <a:t>개발 진행 상황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117FFB-2E24-F8ED-76F2-C56F2394D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475240"/>
              </p:ext>
            </p:extLst>
          </p:nvPr>
        </p:nvGraphicFramePr>
        <p:xfrm>
          <a:off x="2012950" y="1325563"/>
          <a:ext cx="8769349" cy="47853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883786">
                  <a:extLst>
                    <a:ext uri="{9D8B030D-6E8A-4147-A177-3AD203B41FA5}">
                      <a16:colId xmlns:a16="http://schemas.microsoft.com/office/drawing/2014/main" val="3294781866"/>
                    </a:ext>
                  </a:extLst>
                </a:gridCol>
                <a:gridCol w="959146">
                  <a:extLst>
                    <a:ext uri="{9D8B030D-6E8A-4147-A177-3AD203B41FA5}">
                      <a16:colId xmlns:a16="http://schemas.microsoft.com/office/drawing/2014/main" val="3609864577"/>
                    </a:ext>
                  </a:extLst>
                </a:gridCol>
                <a:gridCol w="5450317">
                  <a:extLst>
                    <a:ext uri="{9D8B030D-6E8A-4147-A177-3AD203B41FA5}">
                      <a16:colId xmlns:a16="http://schemas.microsoft.com/office/drawing/2014/main" val="1995470130"/>
                    </a:ext>
                  </a:extLst>
                </a:gridCol>
                <a:gridCol w="1476100">
                  <a:extLst>
                    <a:ext uri="{9D8B030D-6E8A-4147-A177-3AD203B41FA5}">
                      <a16:colId xmlns:a16="http://schemas.microsoft.com/office/drawing/2014/main" val="1908725326"/>
                    </a:ext>
                  </a:extLst>
                </a:gridCol>
              </a:tblGrid>
              <a:tr h="2006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000" b="1" dirty="0">
                          <a:latin typeface="+mn-lt"/>
                        </a:rPr>
                        <a:t>계획</a:t>
                      </a:r>
                      <a:r>
                        <a:rPr lang="en-US" altLang="ko-KR" sz="1000" b="1" dirty="0">
                          <a:latin typeface="+mn-lt"/>
                        </a:rPr>
                        <a:t>/</a:t>
                      </a:r>
                      <a:r>
                        <a:rPr lang="ko-KR" altLang="en-US" sz="1000" b="1" dirty="0">
                          <a:latin typeface="+mn-lt"/>
                        </a:rPr>
                        <a:t>결과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>
                          <a:latin typeface="+mn-lt"/>
                        </a:rPr>
                        <a:t>진행률</a:t>
                      </a:r>
                      <a:endParaRPr lang="ko-KR" altLang="en-US" sz="100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40328755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1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캐릭터의 이동 구현</a:t>
                      </a:r>
                      <a:r>
                        <a:rPr lang="en-US" altLang="ko-KR" sz="1050" b="1" dirty="0">
                          <a:latin typeface="+mn-lt"/>
                        </a:rPr>
                        <a:t>(</a:t>
                      </a:r>
                      <a:r>
                        <a:rPr lang="ko-KR" altLang="en-US" sz="1050" b="1" dirty="0">
                          <a:latin typeface="+mn-lt"/>
                        </a:rPr>
                        <a:t>좌우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점프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웅크리기</a:t>
                      </a:r>
                      <a:r>
                        <a:rPr lang="en-US" altLang="ko-KR" sz="1050" b="1" dirty="0">
                          <a:latin typeface="+mn-lt"/>
                        </a:rPr>
                        <a:t>)</a:t>
                      </a:r>
                      <a:endParaRPr lang="ko-KR" altLang="en-US" sz="1050" b="1" dirty="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100%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8283428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구현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3462038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2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커맨드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100%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4015627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구현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063887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3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대전 격투 피격 모션 등 기본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20%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5915567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상대 오브젝트를 아직 구현 못해서 피격 모션도 없음</a:t>
                      </a:r>
                      <a:r>
                        <a:rPr lang="en-US" altLang="ko-KR" sz="1050" b="1" dirty="0">
                          <a:latin typeface="+mn-lt"/>
                        </a:rPr>
                        <a:t>. </a:t>
                      </a:r>
                      <a:r>
                        <a:rPr lang="ko-KR" altLang="en-US" sz="1050" b="1" dirty="0">
                          <a:latin typeface="+mn-lt"/>
                        </a:rPr>
                        <a:t>하지만 충돌 판정 시스템은 만듦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572590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4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대전 격투 게임 </a:t>
                      </a:r>
                      <a:r>
                        <a:rPr lang="en-US" altLang="ko-KR" sz="1050" b="1" dirty="0">
                          <a:latin typeface="+mn-lt"/>
                        </a:rPr>
                        <a:t>UI, </a:t>
                      </a:r>
                      <a:r>
                        <a:rPr lang="ko-KR" altLang="en-US" sz="1050" b="1" dirty="0">
                          <a:latin typeface="+mn-lt"/>
                        </a:rPr>
                        <a:t>스테이지 및 </a:t>
                      </a:r>
                      <a:r>
                        <a:rPr lang="ko-KR" altLang="en-US" sz="1050" b="1" dirty="0" err="1">
                          <a:latin typeface="+mn-lt"/>
                        </a:rPr>
                        <a:t>기믹</a:t>
                      </a:r>
                      <a:r>
                        <a:rPr lang="en-US" altLang="ko-KR" sz="1050" b="1" dirty="0">
                          <a:latin typeface="+mn-lt"/>
                        </a:rPr>
                        <a:t> </a:t>
                      </a:r>
                      <a:r>
                        <a:rPr lang="ko-KR" altLang="en-US" sz="1050" b="1" dirty="0">
                          <a:latin typeface="+mn-lt"/>
                        </a:rPr>
                        <a:t>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20%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252131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스테이지는 구현 완료</a:t>
                      </a:r>
                      <a:r>
                        <a:rPr lang="en-US" altLang="ko-KR" sz="1050" b="1" dirty="0">
                          <a:latin typeface="+mn-lt"/>
                        </a:rPr>
                        <a:t>. UI,</a:t>
                      </a:r>
                      <a:r>
                        <a:rPr lang="ko-KR" altLang="en-US" sz="1050" b="1" dirty="0">
                          <a:latin typeface="+mn-lt"/>
                        </a:rPr>
                        <a:t> </a:t>
                      </a:r>
                      <a:r>
                        <a:rPr lang="ko-KR" altLang="en-US" sz="1050" b="1" dirty="0" err="1">
                          <a:latin typeface="+mn-lt"/>
                        </a:rPr>
                        <a:t>기믹</a:t>
                      </a:r>
                      <a:r>
                        <a:rPr lang="ko-KR" altLang="en-US" sz="1050" b="1" dirty="0">
                          <a:latin typeface="+mn-lt"/>
                        </a:rPr>
                        <a:t> 구현 못함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8506764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5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타이틀 화면 및 선택 씬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0%</a:t>
                      </a:r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3805320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구현 안되어 있음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8583099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6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커맨드 기술 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5422144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3487206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7~8</a:t>
                      </a:r>
                      <a:r>
                        <a:rPr lang="ko-KR" altLang="en-US" sz="16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50" b="1" dirty="0">
                          <a:latin typeface="+mn-lt"/>
                        </a:rPr>
                        <a:t>AI </a:t>
                      </a:r>
                      <a:r>
                        <a:rPr lang="ko-KR" altLang="en-US" sz="1050" b="1" dirty="0">
                          <a:latin typeface="+mn-lt"/>
                        </a:rPr>
                        <a:t>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6805717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050" b="1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6923494"/>
                  </a:ext>
                </a:extLst>
              </a:tr>
              <a:tr h="20693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9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최종버그 수정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6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312771"/>
                  </a:ext>
                </a:extLst>
              </a:tr>
              <a:tr h="20693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2558248"/>
                  </a:ext>
                </a:extLst>
              </a:tr>
              <a:tr h="256679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10</a:t>
                      </a:r>
                      <a:r>
                        <a:rPr lang="ko-KR" altLang="en-US" sz="16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50" b="1" dirty="0">
                          <a:latin typeface="+mn-lt"/>
                        </a:rPr>
                        <a:t>마지막 프로젝트 발표 준비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28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4366633"/>
                  </a:ext>
                </a:extLst>
              </a:tr>
              <a:tr h="25667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5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70750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9958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7943F-C309-446B-06FA-717F1C7C2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4DA2E-7543-A03B-DE9E-25DC93DF3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ko-KR" altLang="en-US" dirty="0"/>
              <a:t>수정된 계획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583F4A8C-F6FB-0548-F3A3-2590388992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001096"/>
              </p:ext>
            </p:extLst>
          </p:nvPr>
        </p:nvGraphicFramePr>
        <p:xfrm>
          <a:off x="2851150" y="2407920"/>
          <a:ext cx="6775450" cy="204216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920750">
                  <a:extLst>
                    <a:ext uri="{9D8B030D-6E8A-4147-A177-3AD203B41FA5}">
                      <a16:colId xmlns:a16="http://schemas.microsoft.com/office/drawing/2014/main" val="3294781866"/>
                    </a:ext>
                  </a:extLst>
                </a:gridCol>
                <a:gridCol w="503152">
                  <a:extLst>
                    <a:ext uri="{9D8B030D-6E8A-4147-A177-3AD203B41FA5}">
                      <a16:colId xmlns:a16="http://schemas.microsoft.com/office/drawing/2014/main" val="3609864577"/>
                    </a:ext>
                  </a:extLst>
                </a:gridCol>
                <a:gridCol w="5351548">
                  <a:extLst>
                    <a:ext uri="{9D8B030D-6E8A-4147-A177-3AD203B41FA5}">
                      <a16:colId xmlns:a16="http://schemas.microsoft.com/office/drawing/2014/main" val="1995470130"/>
                    </a:ext>
                  </a:extLst>
                </a:gridCol>
              </a:tblGrid>
              <a:tr h="12754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주차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ko-KR" altLang="en-US" sz="1000" b="1" dirty="0">
                          <a:latin typeface="+mn-lt"/>
                        </a:rPr>
                        <a:t>계획</a:t>
                      </a:r>
                      <a:r>
                        <a:rPr lang="en-US" altLang="ko-KR" sz="1000" b="1" dirty="0">
                          <a:latin typeface="+mn-lt"/>
                        </a:rPr>
                        <a:t>/</a:t>
                      </a:r>
                      <a:r>
                        <a:rPr lang="ko-KR" altLang="en-US" sz="1000" b="1" dirty="0">
                          <a:latin typeface="+mn-lt"/>
                        </a:rPr>
                        <a:t>결과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328755"/>
                  </a:ext>
                </a:extLst>
              </a:tr>
              <a:tr h="19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5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b="1" dirty="0">
                          <a:latin typeface="+mn-lt"/>
                        </a:rPr>
                        <a:t>타이틀 화면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캐릭터 </a:t>
                      </a:r>
                      <a:r>
                        <a:rPr lang="ko-KR" altLang="en-US" sz="1050" b="1" dirty="0" err="1">
                          <a:latin typeface="+mn-lt"/>
                        </a:rPr>
                        <a:t>선택씬</a:t>
                      </a:r>
                      <a:r>
                        <a:rPr lang="en-US" altLang="ko-KR" sz="1050" b="1" dirty="0">
                          <a:latin typeface="+mn-lt"/>
                        </a:rPr>
                        <a:t>, UI</a:t>
                      </a:r>
                      <a:r>
                        <a:rPr lang="ko-KR" altLang="en-US" sz="1050" b="1" dirty="0">
                          <a:latin typeface="+mn-lt"/>
                        </a:rPr>
                        <a:t>등 그래픽 요소 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8283428"/>
                  </a:ext>
                </a:extLst>
              </a:tr>
              <a:tr h="19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6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건담 캐릭터 추가</a:t>
                      </a:r>
                      <a:r>
                        <a:rPr lang="en-US" altLang="ko-KR" sz="1050" b="1" dirty="0">
                          <a:latin typeface="+mn-lt"/>
                        </a:rPr>
                        <a:t>, </a:t>
                      </a:r>
                      <a:r>
                        <a:rPr lang="ko-KR" altLang="en-US" sz="1050" b="1" dirty="0">
                          <a:latin typeface="+mn-lt"/>
                        </a:rPr>
                        <a:t>라운드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5422144"/>
                  </a:ext>
                </a:extLst>
              </a:tr>
              <a:tr h="17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7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커맨드 기술 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16805717"/>
                  </a:ext>
                </a:extLst>
              </a:tr>
              <a:tr h="19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latin typeface="+mn-lt"/>
                        </a:rPr>
                        <a:t>8</a:t>
                      </a:r>
                      <a:r>
                        <a:rPr lang="ko-KR" altLang="en-US" sz="18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1" dirty="0">
                          <a:latin typeface="+mn-lt"/>
                        </a:rPr>
                        <a:t>AI </a:t>
                      </a:r>
                      <a:r>
                        <a:rPr lang="ko-KR" altLang="en-US" sz="1050" b="1" dirty="0">
                          <a:latin typeface="+mn-lt"/>
                        </a:rPr>
                        <a:t>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312771"/>
                  </a:ext>
                </a:extLst>
              </a:tr>
              <a:tr h="17537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>
                          <a:latin typeface="+mn-lt"/>
                        </a:rPr>
                        <a:t>9</a:t>
                      </a:r>
                      <a:r>
                        <a:rPr lang="ko-KR" altLang="en-US" sz="1600" b="1" dirty="0">
                          <a:latin typeface="+mn-lt"/>
                        </a:rPr>
                        <a:t>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dirty="0">
                          <a:latin typeface="+mn-lt"/>
                        </a:rPr>
                        <a:t>계획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dirty="0">
                          <a:latin typeface="+mn-lt"/>
                        </a:rPr>
                        <a:t>최종버그 수정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4366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001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0515A-05E7-A19D-959F-489CBC15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406C1-815B-BE0C-BB5A-40AF3FEF4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 err="1"/>
              <a:t>커밋</a:t>
            </a:r>
            <a:r>
              <a:rPr lang="ko-KR" altLang="en-US" dirty="0"/>
              <a:t> 통계</a:t>
            </a:r>
          </a:p>
        </p:txBody>
      </p:sp>
      <p:pic>
        <p:nvPicPr>
          <p:cNvPr id="5" name="그림 4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41C4906-AEF5-4F72-9B66-915CFDC025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42165"/>
            <a:ext cx="12192000" cy="5815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49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1A52B-E97D-AD35-D796-8F467D697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9EC4B9-C32F-FF9E-ED99-FEB483B9BC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en-US" altLang="ko-KR" dirty="0"/>
              <a:t>Unity Version Control </a:t>
            </a:r>
            <a:r>
              <a:rPr lang="ko-KR" altLang="en-US" dirty="0" err="1"/>
              <a:t>커밋</a:t>
            </a:r>
            <a:r>
              <a:rPr lang="ko-KR" altLang="en-US" dirty="0"/>
              <a:t> 목록</a:t>
            </a:r>
          </a:p>
        </p:txBody>
      </p:sp>
      <p:pic>
        <p:nvPicPr>
          <p:cNvPr id="4" name="그림 3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49B81F-3929-B558-67DA-CDA754788A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895" y="1371380"/>
            <a:ext cx="7003106" cy="511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7212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195</Words>
  <Application>Microsoft Office PowerPoint</Application>
  <PresentationFormat>와이드스크린</PresentationFormat>
  <Paragraphs>76</Paragraphs>
  <Slides>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HY견고딕</vt:lpstr>
      <vt:lpstr>맑은 고딕</vt:lpstr>
      <vt:lpstr>Arial</vt:lpstr>
      <vt:lpstr>Office 테마</vt:lpstr>
      <vt:lpstr>PowerPoint 프레젠테이션</vt:lpstr>
      <vt:lpstr>개발 진행 상황</vt:lpstr>
      <vt:lpstr>수정된 계획</vt:lpstr>
      <vt:lpstr>Github 커밋 통계</vt:lpstr>
      <vt:lpstr>Unity Version Control 커밋 목록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 P</dc:creator>
  <cp:lastModifiedBy>C P</cp:lastModifiedBy>
  <cp:revision>21</cp:revision>
  <dcterms:created xsi:type="dcterms:W3CDTF">2025-09-28T03:39:31Z</dcterms:created>
  <dcterms:modified xsi:type="dcterms:W3CDTF">2025-11-11T20:33:52Z</dcterms:modified>
</cp:coreProperties>
</file>