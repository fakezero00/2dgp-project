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4" r:id="rId3"/>
    <p:sldId id="26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F3234-0039-412B-A369-17F1B526B8C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36FEE-20DA-43F4-B7CD-A678FA9E5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5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36FEE-20DA-43F4-B7CD-A678FA9E56F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410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77D00-3FAE-0F06-2147-9BDF8DBAE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AB540D-1182-2B2C-58F3-108D526EA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3AB60-A3A8-56E8-5418-62307B094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0F1C44-B877-F37F-E723-39F66AA5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2755B4-A63F-5D3B-5C2F-74A07A45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64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44BC1-9A21-770B-A945-88BFCFA2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45747C-DDB6-BD63-3A15-406313FAF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F5260-D359-9616-BBAC-9E3C8A3F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935B8-99A4-3770-CC53-EBE2855E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FA720-1CC8-6017-C0FB-558FBD6F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83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334FD-9E72-406E-6CFE-A1DDEFBA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1279A-8A6B-67D0-A3E9-16D14C0AD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DEF6F-76E8-3D3B-05A2-3A64ABC1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EC88D2-7954-637B-E81C-F7C2362F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30D031-D01F-DB89-A3E1-7E2CA704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27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FBE9C-147A-3A11-69C7-C1C808C1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2DFCA3-9C1B-A413-6585-A847E6FEF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FE400A-673C-E8BD-4A90-D6BD11796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0E8B46-62B6-6469-D04D-B5D077E80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63BEF-FB05-A525-2F4A-76653C57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D9A51F-35DB-BD92-CCEB-7B24219F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602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31E1A-11B2-A5CB-F928-57FA07EB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84969-A74E-7FE5-7E37-1349EDA95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68E688-45AE-8A26-A722-68DF5EAF1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BE0065-90F2-AEE3-1AF5-BBE13C66A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01BA83-AFE7-CA88-DA03-35654855E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E28B5-F2CE-91D5-8F6A-89634C13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4BA315-3FFB-D4FA-6B36-74151F38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D1AC84-E488-1A8D-3859-3C37C982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52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EFBDA-9242-B162-D9EB-E0D68054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CCACDD-13C1-F824-A1DE-C7C7D72D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682C64-3430-6DEC-E3CC-B234188A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01C635-DFCB-6222-1A61-9A636A94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6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1A9812-268B-678F-C311-54EFBB04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7C4184-5A97-1B49-92C0-E9CC927A5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4AAA42-A6AD-0CA2-B313-764FCC13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7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58987-E932-3FF4-AF14-FB20CC237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70558-2FF3-EBFD-D8BD-588367AE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447C4C-AA40-AF9D-A69C-36F691229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326DDD-4313-A755-D183-A9FD3675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2894DF-BDF8-6FF0-2265-960E0E87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4638B9-89DC-1BEB-1BB7-BF3CE0C1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239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4F1F4-4E76-0154-1761-15444AF89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30187F-97F7-C6E4-9F80-3F7AE708D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9AFF72-01B5-EE4F-D906-C21CEC11A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1F3BC4-AACE-DCDD-E3C3-DD491A57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B4901B-9C6E-8FF6-5485-FE06A35E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B03963-B153-0235-09A5-11BE09B3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61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B1EC0-E8BA-39E9-5771-C305BCE8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841C6C-662A-A6CD-3288-68312CAE3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8A6DE3-9C75-A7AA-10E5-2B18796D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955A4-7F4A-AD25-8E51-0052EB66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CFE8D-D0BE-ADDF-DA7F-D3512B0D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90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42C40B-C6DC-A5B1-F19E-604940ECA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E65695-6D7A-BE74-1D2D-39F103D08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4279BB-50E9-6405-0277-974BC194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EAD337-1F36-66E8-8567-A274B2F6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4636E-4547-1FAF-57C0-99ACFCB3B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054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D9A970-07E5-9FE4-DD53-8EFE27D9C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587C17-1D75-F410-75C2-8F911D0FD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8EF4DC-1D1C-C43E-0ED8-A0C5A7979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2A685-4CE8-4DFA-9728-EF5EDAAC445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41DA40-C548-CBE6-470A-B4B62E824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B8D82-FB57-9375-AF69-372323391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33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행성, 지구, 대기권 밖, 우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D9533D-16F4-AC99-57DA-26187B812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그림 11" descr="만화 영화, 장난감, 가상의 캐릭터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8F7D8A-3BA6-A236-FD2C-BC7C3B012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" y="0"/>
            <a:ext cx="12187807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CE5B2CB-EA30-1EB1-EE55-4529DAA548B6}"/>
              </a:ext>
            </a:extLst>
          </p:cNvPr>
          <p:cNvSpPr/>
          <p:nvPr/>
        </p:nvSpPr>
        <p:spPr>
          <a:xfrm>
            <a:off x="4018690" y="-182086"/>
            <a:ext cx="3828292" cy="31547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19900" b="0" cap="none" spc="-300" dirty="0">
                <a:ln w="0">
                  <a:solidFill>
                    <a:schemeClr val="bg1"/>
                  </a:solidFill>
                </a:ln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477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tx1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VS</a:t>
            </a:r>
            <a:endParaRPr lang="en-US" altLang="ko-KR" sz="19900" b="0" cap="none" spc="-300" dirty="0">
              <a:ln w="0">
                <a:solidFill>
                  <a:schemeClr val="bg1"/>
                </a:solidFill>
              </a:ln>
              <a:gradFill>
                <a:gsLst>
                  <a:gs pos="100000">
                    <a:schemeClr val="accent6"/>
                  </a:gs>
                  <a:gs pos="66000">
                    <a:srgbClr val="FFFF00"/>
                  </a:gs>
                  <a:gs pos="56000">
                    <a:srgbClr val="FFC000"/>
                  </a:gs>
                  <a:gs pos="0">
                    <a:schemeClr val="tx1"/>
                  </a:gs>
                </a:gsLst>
                <a:lin ang="5400000" scaled="1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B373DB-C67C-D14B-F955-276BFA60F564}"/>
              </a:ext>
            </a:extLst>
          </p:cNvPr>
          <p:cNvSpPr/>
          <p:nvPr/>
        </p:nvSpPr>
        <p:spPr>
          <a:xfrm>
            <a:off x="3100025" y="870455"/>
            <a:ext cx="630172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7200" b="0" cap="none" spc="-300" dirty="0">
                <a:ln w="0">
                  <a:solidFill>
                    <a:schemeClr val="bg1"/>
                  </a:soli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30000">
                      <a:srgbClr val="FF0000"/>
                    </a:gs>
                    <a:gs pos="67000">
                      <a:srgbClr val="00B0F0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REAL</a:t>
            </a:r>
            <a:r>
              <a:rPr lang="en-US" altLang="ko-KR" sz="7200" spc="-300" dirty="0">
                <a:ln w="0">
                  <a:solidFill>
                    <a:schemeClr val="bg1"/>
                  </a:soli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30000">
                      <a:srgbClr val="FF0000"/>
                    </a:gs>
                    <a:gs pos="67000">
                      <a:srgbClr val="00B0F0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7200" b="0" cap="none" spc="-300" dirty="0">
                <a:ln w="0">
                  <a:solidFill>
                    <a:schemeClr val="bg1"/>
                  </a:solidFill>
                </a:ln>
                <a:gradFill>
                  <a:gsLst>
                    <a:gs pos="100000">
                      <a:schemeClr val="accent6"/>
                    </a:gs>
                    <a:gs pos="66000">
                      <a:srgbClr val="FFFF00"/>
                    </a:gs>
                    <a:gs pos="56000">
                      <a:srgbClr val="FFC000"/>
                    </a:gs>
                    <a:gs pos="0">
                      <a:schemeClr val="tx1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SUPER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38DCD2-B152-50DF-6A76-33F436B99444}"/>
              </a:ext>
            </a:extLst>
          </p:cNvPr>
          <p:cNvSpPr txBox="1"/>
          <p:nvPr/>
        </p:nvSpPr>
        <p:spPr>
          <a:xfrm>
            <a:off x="101600" y="50800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2022182034 </a:t>
            </a:r>
            <a:r>
              <a:rPr lang="ko-KR" altLang="en-US" dirty="0">
                <a:solidFill>
                  <a:schemeClr val="bg1"/>
                </a:solidFill>
              </a:rPr>
              <a:t>임성진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54358F-99A8-D210-4F29-423D5EE4CE88}"/>
              </a:ext>
            </a:extLst>
          </p:cNvPr>
          <p:cNvSpPr/>
          <p:nvPr/>
        </p:nvSpPr>
        <p:spPr>
          <a:xfrm>
            <a:off x="6095999" y="2017909"/>
            <a:ext cx="35798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ko-KR" altLang="en-US" sz="5400" b="1" cap="none" spc="0" dirty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차 보고서</a:t>
            </a:r>
            <a:endParaRPr lang="en-US" altLang="ko-KR" sz="5400" b="1" cap="none" spc="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610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27AB-A687-FF79-7E31-B1F4CA67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85C02-E6AB-BD35-AC15-19588A5A2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10515600" cy="1325563"/>
          </a:xfrm>
        </p:spPr>
        <p:txBody>
          <a:bodyPr/>
          <a:lstStyle/>
          <a:p>
            <a:r>
              <a:rPr lang="ko-KR" altLang="en-US" dirty="0"/>
              <a:t>개발 진척도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117FFB-2E24-F8ED-76F2-C56F2394D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974388"/>
              </p:ext>
            </p:extLst>
          </p:nvPr>
        </p:nvGraphicFramePr>
        <p:xfrm>
          <a:off x="1949450" y="1973263"/>
          <a:ext cx="8509769" cy="24688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3294781866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3609864577"/>
                    </a:ext>
                  </a:extLst>
                </a:gridCol>
                <a:gridCol w="2639469">
                  <a:extLst>
                    <a:ext uri="{9D8B030D-6E8A-4147-A177-3AD203B41FA5}">
                      <a16:colId xmlns:a16="http://schemas.microsoft.com/office/drawing/2014/main" val="3339054912"/>
                    </a:ext>
                  </a:extLst>
                </a:gridCol>
                <a:gridCol w="1476100">
                  <a:extLst>
                    <a:ext uri="{9D8B030D-6E8A-4147-A177-3AD203B41FA5}">
                      <a16:colId xmlns:a16="http://schemas.microsoft.com/office/drawing/2014/main" val="1908725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lt"/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lt"/>
                        </a:rPr>
                        <a:t>목표범위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lt"/>
                        </a:rPr>
                        <a:t>실제 개발 완료 범위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lt"/>
                        </a:rPr>
                        <a:t>진행률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032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lt"/>
                        </a:rPr>
                        <a:t>캐릭터의 이동 구현</a:t>
                      </a:r>
                      <a:r>
                        <a:rPr lang="en-US" altLang="ko-KR" sz="1100" b="1" dirty="0">
                          <a:latin typeface="+mn-lt"/>
                        </a:rPr>
                        <a:t>(</a:t>
                      </a:r>
                      <a:r>
                        <a:rPr lang="ko-KR" altLang="en-US" sz="1100" b="1" dirty="0">
                          <a:latin typeface="+mn-lt"/>
                        </a:rPr>
                        <a:t>좌우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점프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웅크리기</a:t>
                      </a:r>
                      <a:r>
                        <a:rPr lang="en-US" altLang="ko-KR" sz="1100" b="1" dirty="0">
                          <a:latin typeface="+mn-lt"/>
                        </a:rPr>
                        <a:t>)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걷기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달리기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점프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웅크리기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lt"/>
                        </a:rPr>
                        <a:t>달리기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점프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웅크리기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lt"/>
                        </a:rPr>
                        <a:t>90%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8283428"/>
                  </a:ext>
                </a:extLst>
              </a:tr>
              <a:tr h="1374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커맨드 시스템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 err="1">
                          <a:latin typeface="+mn-lt"/>
                        </a:rPr>
                        <a:t>필살기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커맨드 기술 시스템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기술 </a:t>
                      </a:r>
                      <a:r>
                        <a:rPr lang="en-US" altLang="ko-KR" sz="1100" b="1" dirty="0">
                          <a:latin typeface="+mn-lt"/>
                        </a:rPr>
                        <a:t>3</a:t>
                      </a:r>
                      <a:r>
                        <a:rPr lang="ko-KR" altLang="en-US" sz="1100" b="1" dirty="0">
                          <a:latin typeface="+mn-lt"/>
                        </a:rPr>
                        <a:t>개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 err="1">
                          <a:latin typeface="+mn-lt"/>
                        </a:rPr>
                        <a:t>필살기</a:t>
                      </a:r>
                      <a:r>
                        <a:rPr lang="ko-KR" altLang="en-US" sz="1100" b="1" dirty="0">
                          <a:latin typeface="+mn-lt"/>
                        </a:rPr>
                        <a:t> </a:t>
                      </a:r>
                      <a:r>
                        <a:rPr lang="en-US" altLang="ko-KR" sz="1100" b="1" dirty="0">
                          <a:latin typeface="+mn-lt"/>
                        </a:rPr>
                        <a:t>1</a:t>
                      </a:r>
                      <a:r>
                        <a:rPr lang="ko-KR" altLang="en-US" sz="1100" b="1" dirty="0">
                          <a:latin typeface="+mn-lt"/>
                        </a:rPr>
                        <a:t>개씩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커맨드 기술 </a:t>
                      </a:r>
                      <a:r>
                        <a:rPr lang="en-US" altLang="ko-KR" sz="1100" b="1" dirty="0">
                          <a:latin typeface="+mn-lt"/>
                        </a:rPr>
                        <a:t>1</a:t>
                      </a:r>
                      <a:r>
                        <a:rPr lang="ko-KR" altLang="en-US" sz="1100" b="1" dirty="0">
                          <a:latin typeface="+mn-lt"/>
                        </a:rPr>
                        <a:t>개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 err="1">
                          <a:latin typeface="+mn-lt"/>
                        </a:rPr>
                        <a:t>필살기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lt"/>
                        </a:rPr>
                        <a:t>60%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401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lt"/>
                        </a:rPr>
                        <a:t>대전 격투 피격 모션 등 기본 시스템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피격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방어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연속 공격 모션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피격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방어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연속 공격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lt"/>
                        </a:rPr>
                        <a:t>100%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5915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lt"/>
                        </a:rPr>
                        <a:t>대전 격투 게임 </a:t>
                      </a:r>
                      <a:r>
                        <a:rPr lang="en-US" altLang="ko-KR" sz="1100" b="1" dirty="0">
                          <a:latin typeface="+mn-lt"/>
                        </a:rPr>
                        <a:t>UI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체력 게이지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 err="1">
                          <a:latin typeface="+mn-lt"/>
                        </a:rPr>
                        <a:t>필살기</a:t>
                      </a:r>
                      <a:r>
                        <a:rPr lang="ko-KR" altLang="en-US" sz="1100" b="1" dirty="0">
                          <a:latin typeface="+mn-lt"/>
                        </a:rPr>
                        <a:t> 게이지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카운터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승리 포인트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메인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체력 게이지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 err="1">
                          <a:latin typeface="+mn-lt"/>
                        </a:rPr>
                        <a:t>필살기</a:t>
                      </a:r>
                      <a:r>
                        <a:rPr lang="ko-KR" altLang="en-US" sz="1100" b="1" dirty="0">
                          <a:latin typeface="+mn-lt"/>
                        </a:rPr>
                        <a:t> 게이지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카운터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승리 포인트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메인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lt"/>
                        </a:rPr>
                        <a:t>100%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252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게임 모드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lt"/>
                        </a:rPr>
                        <a:t>AI </a:t>
                      </a:r>
                      <a:r>
                        <a:rPr lang="ko-KR" altLang="en-US" sz="1100" b="1" dirty="0">
                          <a:latin typeface="+mn-lt"/>
                        </a:rPr>
                        <a:t>대결 모드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트레이닝 모드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AI </a:t>
                      </a:r>
                      <a:r>
                        <a:rPr lang="ko-KR" altLang="en-US" sz="1100" b="1" dirty="0">
                          <a:latin typeface="+mn-lt"/>
                        </a:rPr>
                        <a:t>대결 모드</a:t>
                      </a:r>
                      <a:r>
                        <a:rPr lang="en-US" altLang="ko-KR" sz="1100" b="1" dirty="0"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latin typeface="+mn-lt"/>
                        </a:rPr>
                        <a:t>트레이닝 모드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lt"/>
                        </a:rPr>
                        <a:t>100%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3805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lt"/>
                        </a:rPr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자연스럽게 행동하는 </a:t>
                      </a:r>
                      <a:r>
                        <a:rPr lang="en-US" altLang="ko-KR" sz="1100" b="1" dirty="0">
                          <a:latin typeface="+mn-lt"/>
                        </a:rPr>
                        <a:t>AI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lt"/>
                        </a:rPr>
                        <a:t>뭔가 </a:t>
                      </a:r>
                      <a:r>
                        <a:rPr lang="ko-KR" altLang="en-US" sz="1100" b="1" dirty="0" err="1">
                          <a:latin typeface="+mn-lt"/>
                        </a:rPr>
                        <a:t>나사빠진</a:t>
                      </a:r>
                      <a:r>
                        <a:rPr lang="ko-KR" altLang="en-US" sz="1100" b="1" dirty="0">
                          <a:latin typeface="+mn-lt"/>
                        </a:rPr>
                        <a:t> </a:t>
                      </a:r>
                      <a:r>
                        <a:rPr lang="en-US" altLang="ko-KR" sz="1100" b="1" dirty="0">
                          <a:latin typeface="+mn-lt"/>
                        </a:rPr>
                        <a:t>AI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lt"/>
                        </a:rPr>
                        <a:t>30%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5422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95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0515A-05E7-A19D-959F-489CBC15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406C1-815B-BE0C-BB5A-40AF3FEF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10515600" cy="1325563"/>
          </a:xfrm>
        </p:spPr>
        <p:txBody>
          <a:bodyPr/>
          <a:lstStyle/>
          <a:p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통계</a:t>
            </a:r>
          </a:p>
        </p:txBody>
      </p:sp>
    </p:spTree>
    <p:extLst>
      <p:ext uri="{BB962C8B-B14F-4D97-AF65-F5344CB8AC3E}">
        <p14:creationId xmlns:p14="http://schemas.microsoft.com/office/powerpoint/2010/main" val="256249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149</Words>
  <Application>Microsoft Office PowerPoint</Application>
  <PresentationFormat>와이드스크린</PresentationFormat>
  <Paragraphs>35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HY견고딕</vt:lpstr>
      <vt:lpstr>맑은 고딕</vt:lpstr>
      <vt:lpstr>Arial</vt:lpstr>
      <vt:lpstr>Office 테마</vt:lpstr>
      <vt:lpstr>PowerPoint 프레젠테이션</vt:lpstr>
      <vt:lpstr>개발 진척도</vt:lpstr>
      <vt:lpstr>Github 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P</dc:creator>
  <cp:lastModifiedBy>C P</cp:lastModifiedBy>
  <cp:revision>22</cp:revision>
  <dcterms:created xsi:type="dcterms:W3CDTF">2025-09-28T03:39:31Z</dcterms:created>
  <dcterms:modified xsi:type="dcterms:W3CDTF">2025-12-10T14:18:44Z</dcterms:modified>
</cp:coreProperties>
</file>